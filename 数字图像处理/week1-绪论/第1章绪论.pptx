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ink/ink2.xml" ContentType="application/inkml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8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9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0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1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2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3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14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15.xml" ContentType="application/vnd.openxmlformats-officedocument.presentationml.notesSlide+xml"/>
  <Override PartName="/ppt/ink/ink3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4.xml" ContentType="application/inkml+xml"/>
  <Override PartName="/ppt/notesSlides/notesSlide23.xml" ContentType="application/vnd.openxmlformats-officedocument.presentationml.notesSlide+xml"/>
  <Override PartName="/ppt/ink/ink5.xml" ContentType="application/inkml+xml"/>
  <Override PartName="/ppt/notesSlides/notesSlide24.xml" ContentType="application/vnd.openxmlformats-officedocument.presentationml.notesSlide+xml"/>
  <Override PartName="/ppt/ink/ink6.xml" ContentType="application/inkml+xml"/>
  <Override PartName="/ppt/tags/tag112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7.xml" ContentType="application/inkml+xml"/>
  <Override PartName="/ppt/notesSlides/notesSlide28.xml" ContentType="application/vnd.openxmlformats-officedocument.presentationml.notesSlide+xml"/>
  <Override PartName="/ppt/ink/ink8.xml" ContentType="application/inkml+xml"/>
  <Override PartName="/ppt/notesSlides/notesSlide29.xml" ContentType="application/vnd.openxmlformats-officedocument.presentationml.notesSlide+xml"/>
  <Override PartName="/ppt/ink/ink9.xml" ContentType="application/inkml+xml"/>
  <Override PartName="/ppt/notesSlides/notesSlide30.xml" ContentType="application/vnd.openxmlformats-officedocument.presentationml.notesSlide+xml"/>
  <Override PartName="/ppt/ink/ink10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ink/ink11.xml" ContentType="application/inkml+xml"/>
  <Override PartName="/ppt/notesSlides/notesSlide33.xml" ContentType="application/vnd.openxmlformats-officedocument.presentationml.notesSlide+xml"/>
  <Override PartName="/ppt/ink/ink12.xml" ContentType="application/inkml+xml"/>
  <Override PartName="/ppt/notesSlides/notesSlide34.xml" ContentType="application/vnd.openxmlformats-officedocument.presentationml.notesSlide+xml"/>
  <Override PartName="/ppt/ink/ink13.xml" ContentType="application/inkml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ink/ink14.xml" ContentType="application/inkml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ink/ink15.xml" ContentType="application/inkml+xml"/>
  <Override PartName="/ppt/notesSlides/notesSlide44.xml" ContentType="application/vnd.openxmlformats-officedocument.presentationml.notesSlide+xml"/>
  <Override PartName="/ppt/ink/ink16.xml" ContentType="application/inkml+xml"/>
  <Override PartName="/ppt/notesSlides/notesSlide45.xml" ContentType="application/vnd.openxmlformats-officedocument.presentationml.notesSlide+xml"/>
  <Override PartName="/ppt/ink/ink17.xml" ContentType="application/inkml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51"/>
  </p:notesMasterIdLst>
  <p:handoutMasterIdLst>
    <p:handoutMasterId r:id="rId52"/>
  </p:handoutMasterIdLst>
  <p:sldIdLst>
    <p:sldId id="370" r:id="rId3"/>
    <p:sldId id="371" r:id="rId4"/>
    <p:sldId id="409" r:id="rId5"/>
    <p:sldId id="411" r:id="rId6"/>
    <p:sldId id="412" r:id="rId7"/>
    <p:sldId id="413" r:id="rId8"/>
    <p:sldId id="372" r:id="rId9"/>
    <p:sldId id="400" r:id="rId10"/>
    <p:sldId id="401" r:id="rId11"/>
    <p:sldId id="403" r:id="rId12"/>
    <p:sldId id="402" r:id="rId13"/>
    <p:sldId id="405" r:id="rId14"/>
    <p:sldId id="406" r:id="rId15"/>
    <p:sldId id="408" r:id="rId16"/>
    <p:sldId id="410" r:id="rId17"/>
    <p:sldId id="414" r:id="rId18"/>
    <p:sldId id="417" r:id="rId19"/>
    <p:sldId id="418" r:id="rId20"/>
    <p:sldId id="419" r:id="rId21"/>
    <p:sldId id="398" r:id="rId22"/>
    <p:sldId id="361" r:id="rId23"/>
    <p:sldId id="265" r:id="rId24"/>
    <p:sldId id="399" r:id="rId25"/>
    <p:sldId id="373" r:id="rId26"/>
    <p:sldId id="374" r:id="rId27"/>
    <p:sldId id="375" r:id="rId28"/>
    <p:sldId id="397" r:id="rId29"/>
    <p:sldId id="416" r:id="rId30"/>
    <p:sldId id="376" r:id="rId31"/>
    <p:sldId id="377" r:id="rId32"/>
    <p:sldId id="378" r:id="rId33"/>
    <p:sldId id="379" r:id="rId34"/>
    <p:sldId id="380" r:id="rId35"/>
    <p:sldId id="381" r:id="rId36"/>
    <p:sldId id="382" r:id="rId37"/>
    <p:sldId id="384" r:id="rId38"/>
    <p:sldId id="385" r:id="rId39"/>
    <p:sldId id="383" r:id="rId40"/>
    <p:sldId id="386" r:id="rId41"/>
    <p:sldId id="387" r:id="rId42"/>
    <p:sldId id="389" r:id="rId43"/>
    <p:sldId id="390" r:id="rId44"/>
    <p:sldId id="392" r:id="rId45"/>
    <p:sldId id="393" r:id="rId46"/>
    <p:sldId id="394" r:id="rId47"/>
    <p:sldId id="395" r:id="rId48"/>
    <p:sldId id="396" r:id="rId49"/>
    <p:sldId id="415" r:id="rId50"/>
  </p:sldIdLst>
  <p:sldSz cx="9145588" cy="6859588"/>
  <p:notesSz cx="6858000" cy="9144000"/>
  <p:custDataLst>
    <p:tags r:id="rId53"/>
  </p:custDataLst>
  <p:defaultTextStyle>
    <a:defPPr>
      <a:defRPr lang="zh-CN"/>
    </a:defPPr>
    <a:lvl1pPr marL="0" algn="l" defTabSz="10883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44195" algn="l" defTabSz="10883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88390" algn="l" defTabSz="10883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32585" algn="l" defTabSz="10883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76780" algn="l" defTabSz="10883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720975" algn="l" defTabSz="10883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5805" algn="l" defTabSz="10883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000" algn="l" defTabSz="10883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4195" algn="l" defTabSz="10883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C06347E-8C9F-47EE-AFF7-C693E66704F3}">
          <p14:sldIdLst>
            <p14:sldId id="370"/>
            <p14:sldId id="371"/>
            <p14:sldId id="409"/>
            <p14:sldId id="411"/>
            <p14:sldId id="412"/>
            <p14:sldId id="413"/>
            <p14:sldId id="372"/>
            <p14:sldId id="400"/>
            <p14:sldId id="401"/>
            <p14:sldId id="403"/>
            <p14:sldId id="402"/>
            <p14:sldId id="405"/>
            <p14:sldId id="406"/>
            <p14:sldId id="408"/>
            <p14:sldId id="410"/>
            <p14:sldId id="414"/>
            <p14:sldId id="417"/>
            <p14:sldId id="418"/>
            <p14:sldId id="419"/>
          </p14:sldIdLst>
        </p14:section>
        <p14:section name="绪论" id="{C3D2E1B3-67D8-4777-8AD2-47D5AA47AA1A}">
          <p14:sldIdLst>
            <p14:sldId id="398"/>
            <p14:sldId id="361"/>
            <p14:sldId id="265"/>
            <p14:sldId id="399"/>
            <p14:sldId id="373"/>
            <p14:sldId id="374"/>
            <p14:sldId id="375"/>
            <p14:sldId id="397"/>
            <p14:sldId id="416"/>
            <p14:sldId id="376"/>
            <p14:sldId id="377"/>
            <p14:sldId id="378"/>
            <p14:sldId id="379"/>
            <p14:sldId id="380"/>
            <p14:sldId id="381"/>
            <p14:sldId id="382"/>
            <p14:sldId id="384"/>
            <p14:sldId id="385"/>
            <p14:sldId id="383"/>
            <p14:sldId id="386"/>
            <p14:sldId id="387"/>
            <p14:sldId id="389"/>
            <p14:sldId id="390"/>
            <p14:sldId id="392"/>
            <p14:sldId id="393"/>
            <p14:sldId id="394"/>
            <p14:sldId id="395"/>
            <p14:sldId id="396"/>
            <p14:sldId id="4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29" userDrawn="1">
          <p15:clr>
            <a:srgbClr val="A4A3A4"/>
          </p15:clr>
        </p15:guide>
        <p15:guide id="2" orient="horz" pos="3838" userDrawn="1">
          <p15:clr>
            <a:srgbClr val="A4A3A4"/>
          </p15:clr>
        </p15:guide>
        <p15:guide id="3" pos="2882" userDrawn="1">
          <p15:clr>
            <a:srgbClr val="A4A3A4"/>
          </p15:clr>
        </p15:guide>
        <p15:guide id="4" pos="5427" userDrawn="1">
          <p15:clr>
            <a:srgbClr val="A4A3A4"/>
          </p15:clr>
        </p15:guide>
        <p15:guide id="5" pos="4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38">
          <p15:clr>
            <a:srgbClr val="A4A3A4"/>
          </p15:clr>
        </p15:guide>
        <p15:guide id="2" pos="216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9E9E"/>
    <a:srgbClr val="FF9933"/>
    <a:srgbClr val="007ADE"/>
    <a:srgbClr val="38B1BF"/>
    <a:srgbClr val="EF7768"/>
    <a:srgbClr val="C7C7C7"/>
    <a:srgbClr val="F5F5F5"/>
    <a:srgbClr val="00458E"/>
    <a:srgbClr val="8B8B8B"/>
    <a:srgbClr val="B1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11" autoAdjust="0"/>
    <p:restoredTop sz="96387" autoAdjust="0"/>
  </p:normalViewPr>
  <p:slideViewPr>
    <p:cSldViewPr showGuides="1">
      <p:cViewPr varScale="1">
        <p:scale>
          <a:sx n="115" d="100"/>
          <a:sy n="115" d="100"/>
        </p:scale>
        <p:origin x="1734" y="102"/>
      </p:cViewPr>
      <p:guideLst>
        <p:guide orient="horz" pos="2129"/>
        <p:guide orient="horz" pos="3838"/>
        <p:guide pos="2882"/>
        <p:guide pos="5427"/>
        <p:guide pos="44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3" d="100"/>
          <a:sy n="83" d="100"/>
        </p:scale>
        <p:origin x="-3840" y="-96"/>
      </p:cViewPr>
      <p:guideLst>
        <p:guide orient="horz" pos="2838"/>
        <p:guide pos="216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C15E6-6BD2-4E4B-B1D4-218C26E1B228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55EDCA-2189-4435-B38B-6F3C2C0443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09-12T07:49:11.6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21735 12791 0,'-18'0'62,"1"0"-46,-1 0 0,0 0-16,-35-17 15,-35-19-15,18 1 16,-19 0-16,-34-1 16,17-34-16,-17 35 15,-1-1 1,18 1-16,-17 0 15,17-1-15,18 1 16,17 0-16,18 17 16,-17 1-16,17-1 15,0 0-15,0 18 16,35-17 0,1-1-16,-1 0 0,0 1 15,1 17 1,-1 0 15,18 17-31,-18 1 16,18 17-16,0 18 15,0 0-15,-17 18 16,-1 17-16,18-18 16,0 1-16,0 0 15,18 34-15,35 1 16,0 18-16,-1-36 15,19 36-15,-18-19 16,18 1-16,-1-18 16,1 1-1,-36-36-15,36 17 0,17-17 16,-35 0 0,35 18-16,-35 17 15,0-53-15,17 18 16,-34-35-16,16 35 15,-16-36-15,-1 1 16,0 0-16,1-1 16,52 18-16,-18-35 15,-17 0-15,18 18 16,-1 0-16,-17-1 16,-17 1-16,17-18 15,0 0-15,-1 0 16,1 18-16,0-1 15,0-17-15,18 0 16,17-53-16,-17 0 16,17-35-16,-71 0 15,36 17-15,-17-17 16,-19 0-16,1-35 16,-18 17-16,0 0 15,-18-53-15,-17 36 16,0-1-1,-1 1-15,-34 17 16,17 17-16,18 54 16,-54-18-16,37 18 15,-90-36 1,89 54-16,18 17 16,0 0-16,17 0 15,1 0-15,-19 0 31</inkml:trace>
  <inkml:trace contextRef="#ctx0" brushRef="#br0" timeOffset="10835.0581">15913 16867 0,'0'-18'16,"-18"0"-16,18-17 16,-17 17-1,17 1-15,-18-1 16,18 1-16,0-1 16,-18 0-16,1 1 15,-1-1-15,-17 0 16,17 1-16,1-1 15,-1 18-15,0-18 16,1 1-16,-19 17 16,19-18-16,-1 0 15,0 18-15,-34-35 16,16 35-16,19-17 16,-19 17-16,19 0 15,-1 0-15,0 0 16,-17 0-16,17 0 15,-34-18 1,16 18-16,-17 0 16,18-18-16,17 18 15,1 0-15,17-17 16,-35 17 0,17 0-16,-17 0 31,17 0-16,0 0 1,-17 0 0,17 17-16,1-17 15,17 18-15,0 0 16,-18-1-16,0 1 16,18 17-16,-17 0 15,17 1-15,0-19 16,0 19-16,0-1 15,17 106 17,72-17-32,-54-72 15,18 19-15,-35-36 16,34 18-16,37 18 16,-54-18-16,18-36 15,35 19-15,-35 17 16,35-36-16,-53 1 15,18 0-15,18-1 16,0 1-16,-19-18 16,1 0-1,-17 17-15,-19 1 0,19-18 16,-1 0 0,-17 0-16,-1-18 15,-17 1-15,18-18 16,-18-1-1,0 19-15,17-19 16,1-17-16,-18 0 16,0 1-16,-18-1 15,1-18-15,17 0 16,-18 36-16,1 0 16,-1-36-16,-17 36 15,17-18-15,0 35 16,18 1-16,0-1 15,-35 1 48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09-12T07:51:05.5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3123 17961 0,'0'-18'0,"-18"18"16,-17 0 0,-18 0-16,-53 0 15,0 18-15,18 34 16,17 37-16,1-36 15,17 17-15,18 1 16,-1-1-16,-17-17 16,36 0-16,17 0 15,-18 0-15,0 18 16,18-18-16,36-1 16,-1-16-16,18 17 15,35 35-15,18-18 16,53-34-16,-18-36 15,0 0-15,53 0 16,-35 0-16,-18 0 16,18 0-16,0-18 15,-18-17-15,-18 0 16,1-1-16,-19-17 16,-52 0-16,-17-35 15,-19-18 1,-34 18-16,-72-18 0,-34-35 15,0 35 1,-1 36-16,-88-54 16,71 1-16,-18 52 15</inkml:trace>
  <inkml:trace contextRef="#ctx0" brushRef="#br0" timeOffset="1307.6681">7515 18949 0,'18'0'0,"0"0"16,-1 0 0,54 0-16,52 0 0,19 0 15,-1 0-15,53 0 16,53 0-16,17 0 15,19 0-15,-54 0 16,18 0-16,-35 0 16,-18 0-16,-35 0 15,-1-18-15,-69 18 16,-37 0-16,1 0 16,-17 0-16</inkml:trace>
  <inkml:trace contextRef="#ctx0" brushRef="#br0" timeOffset="14707.1197">3758 8151 0,'17'0'47,"19"0"-47,17 0 15,17 0-15,1 0 16,-18 0-16,-18 0 16,18 0-1,0-18-15,-36 18 16,1 0-16,0 0 16,-18-17-16</inkml:trace>
  <inkml:trace contextRef="#ctx0" brushRef="#br0" timeOffset="15132.9182">3405 8186 0,'18'18'16,"-1"17"-16,1 1 15,-1-1-15,-17 0 16,0 36-16,18 52 16,-18-70-16,0 18 15,0 17-15,-35-18 16,-18-34-16,53-1 16,-18 0-16,1-17 15,17-36 63</inkml:trace>
  <inkml:trace contextRef="#ctx0" brushRef="#br0" timeOffset="15723.9003">3917 8380 0,'0'18'15,"-18"17"-15,0-35 16,-35 0-16,18 36 15,0-19-15,-1-17 16,19 0-16,-1 18 16,1-18-16,-19 0 15,19 18 1,-1-18-16,0 17 47,18 18-47,18 18 15,17 36 1,36-1-16,-1-18 16,-52-34-1,0-19-15,-1-17 78</inkml:trace>
  <inkml:trace contextRef="#ctx0" brushRef="#br0" timeOffset="16195.529">3917 8610 0,'0'0'0,"52"-18"0,1 18 15,0 0 1,0 0-16,-17 0 0,-1 0 15,18 0 1,-53 18 31,0 17-31,0-17-1,0 17 1,0 18-16,0-18 15,-18-17-15,0 17 32,1-35 46</inkml:trace>
  <inkml:trace contextRef="#ctx0" brushRef="#br0" timeOffset="16523.6509">3917 8751 0,'0'-18'31,"17"18"-15,1 0-16,-1 0 16,36-17-1,-35 17 32,-18 17-16,0 1-15</inkml:trace>
  <inkml:trace contextRef="#ctx0" brushRef="#br0" timeOffset="16780.5098">3899 8804 0,'18'0'31,"17"0"-16,18 0 1,-36 0-16,19 0 16</inkml:trace>
  <inkml:trace contextRef="#ctx0" brushRef="#br0" timeOffset="17552.0109">4040 8839 0,'0'35'15,"0"1"1,0-1-16,0 0 16,0 1-16,0 16 15,0 1-15,-18-35 16,1 0-16,-1-1 16,0-17 62,-17 0-63,18 0 1,-1-17-16,-17-19 16,-1 19-16,1-19 15,17 1-15,1 35 16,-1-35-16,18 0 15,-18 35 64,1-18-79,17 0 0,-35 18 15,17 0 1,0 0-16,1 0 15,-19 0 17,36 18-17,-35-18-15,35 35 16,-18-35-16,1 36 16,-19-36-16,36 35 93,18-35-46</inkml:trace>
  <inkml:trace contextRef="#ctx0" brushRef="#br0" timeOffset="17964.0426">4516 8963 0,'36'0'0,"-19"35"16,1 0 0,-18-17-16,18-1 15,-18 1 1,17 17-1,-17-17 1,0 0 0,0-1-1</inkml:trace>
  <inkml:trace contextRef="#ctx0" brushRef="#br0" timeOffset="40307.6114">10338 7851 0,'18'0'16,"-1"0"-16,-17 18 15,0 17-15,18-35 16,-18 18 0,0-1-1,18 1 1,-1 0-16</inkml:trace>
  <inkml:trace contextRef="#ctx0" brushRef="#br0" timeOffset="40652.258">10056 8045 0,'18'0'16,"-1"0"0,36 0-16,18 0 15,17 0-15,0 0 16,-17 0-16,-1 0 15,-34 0-15,-1 0 16,-18 0-16</inkml:trace>
  <inkml:trace contextRef="#ctx0" brushRef="#br0" timeOffset="41068.2877">10409 8239 0,'35'0'0,"0"0"0,-35 18 16,0 17-1,0 0 1,0-17 0,0 17-16,0-17 15,0 0-15,0-1 16,-17-17 62,-1 0-47,0 0-31,18-35 16,-17 17-16</inkml:trace>
  <inkml:trace contextRef="#ctx0" brushRef="#br0" timeOffset="41500.056">10391 8151 0,'-35'0'16,"17"18"-16,-17-1 0,0 1 16,17 53-16,-17-19 15,-18 1-15,35 0 16,-17 0-16,17 0 16,-17-18-16,35-52 93</inkml:trace>
  <inkml:trace contextRef="#ctx0" brushRef="#br0" timeOffset="42002.9492">10797 7781 0,'-18'0'16,"1"0"-16,-1 0 16,0 17-16,1 36 15,-1-35-15,0 17 16,1 18-16,17-35 16,0-1-1,-18 1-15</inkml:trace>
  <inkml:trace contextRef="#ctx0" brushRef="#br0" timeOffset="42235.3383">10673 7922 0,'18'0'0,"0"0"16,17 0-1,36 0 1,-36 0-16,0 0 16,0 0-16,1 0 15,-19 0-15</inkml:trace>
  <inkml:trace contextRef="#ctx0" brushRef="#br0" timeOffset="42820.4713">10585 8098 0,'35'0'16,"-70"0"-16,88 0 0,-35 0 0,-1 0 15,1 0 1,0 35-1,-18 18 1,0-35-16,0 0 0,0-1 16,0 1-16,0 0 15,0-1 1,0 18-16,-18-35 31,36 0 79</inkml:trace>
  <inkml:trace contextRef="#ctx0" brushRef="#br0" timeOffset="43437.9704">10709 8116 0,'0'0'16,"53"-18"-16,17 0 0,-17 1 15,18 17 1,-36 0-16,0 0 15,1 0-15,-19 0 79</inkml:trace>
  <inkml:trace contextRef="#ctx0" brushRef="#br0" timeOffset="44203.2174">10726 8186 0,'18'0'16,"35"0"-16,-18 0 0,18 0 16,-18 0-16,1 0 15,-19 0-15</inkml:trace>
  <inkml:trace contextRef="#ctx0" brushRef="#br0" timeOffset="44540.068">10568 8010 0,'0'35'15,"-18"18"1,18-18-16,-35 18 16,17-17-16,-17-19 15,-1 19-15,-17-19 16,-35 36-16,53-35 15,0-1-15,-1 1 16,19 0-16,17-36 47,0-17-31,17 17-16</inkml:trace>
  <inkml:trace contextRef="#ctx0" brushRef="#br0" timeOffset="44796.0137">10444 8222 0,'0'0'0,"35"17"16,36 36-16,-1 0 16,1-18-16,0 18 15,34 0-15,1-17 16,0-1-16,-35-18 15,17 1-15,-53-18 16,0 0-16,-17 0 16,0 0 31</inkml:trace>
  <inkml:trace contextRef="#ctx0" brushRef="#br0" timeOffset="52115.4769">14890 7833 0,'35'0'16,"0"0"0,54 0-1,-19 0 1,1-17-16,-1-1 0,1-17 16,35 35-16,35 0 15,18 0 1,-18-18-16,35 1 0,-52 17 15,-36 0-15,-53 0 16,-17 0 31,35 17-16,-36-17-31,36 0 16,18 0-1,-53 0 17</inkml:trace>
  <inkml:trace contextRef="#ctx0" brushRef="#br0" timeOffset="53659.5575">15401 8310 0,'0'-18'16,"18"1"-16,0 17 16,17 0-16,0-18 15,18 0-15,71 18 16,-1-17-16,1-1 15,-36 0-15,-18 18 16,19 0 0</inkml:trace>
  <inkml:trace contextRef="#ctx0" brushRef="#br0" timeOffset="54045.2166">15313 8451 0,'0'35'16,"0"1"-16,53 87 15,-53-35 1,18-70-16,-18 17 0,0-17 15,0 17 1,0-53 62</inkml:trace>
  <inkml:trace contextRef="#ctx0" brushRef="#br0" timeOffset="54509.1127">15384 8610 0,'53'-36'15,"-18"19"1,-17 17-16,17-18 15,0 1-15,18 17 16,-18-18-16,-17 18 16,53 0-16,34 0 15,-16 0-15,34 0 16,-52 0-16,-18 0 16,0 0-16,-36 18 31,1 17-31,-18-18 15,0 1-15,0 17 32,0 1-17,-18-36-15,18 35 16,-17-35-16,-1 35 16,-17-35-16,35 36 15,-36-36 63,36-18-78</inkml:trace>
  <inkml:trace contextRef="#ctx0" brushRef="#br0" timeOffset="54908.9929">15984 8222 0,'0'0'0,"0"35"0,0 35 15,0 1-15,-18 35 16,-53 123 31,36-88-47,35-123 62,-18-36-46,1 1 0</inkml:trace>
  <inkml:trace contextRef="#ctx0" brushRef="#br0" timeOffset="55147.3262">15719 8663 0,'0'17'16,"0"1"-16,0 0 15,0-1-15,0 1 16,0 17 0,0-17-1,-18-1 1</inkml:trace>
  <inkml:trace contextRef="#ctx0" brushRef="#br0" timeOffset="55654.1817">16001 8680 0,'18'0'31</inkml:trace>
  <inkml:trace contextRef="#ctx0" brushRef="#br0" timeOffset="55867.9592">16019 8804 0,'18'17'78,"-18"1"-62</inkml:trace>
  <inkml:trace contextRef="#ctx0" brushRef="#br0" timeOffset="56506.6808">15913 8839 0,'-18'0'16,"1"0"-16,-1 35 16,-17-35-16,0 36 15,-1-19-15,1 1 16,17 0-16,1-18 15,-19 35-15,36-17 47,-17-18-15,34-18-17,-17 0-15,36-17 16,-1 17-16,0-17 15,18 0-15,-18 17 16,36 18-16,-18-18 16,18 1-16,17-1 15,-53 18-15,-17 0 47,-18 18-47,0-1 16,0 1-1,0 0-15,0 17 16,-36-35-16,-17 18 16,18 17-16,-18-35 15,0 18-15,-17-1 16,17 1-16,18-18 16,17 0-16,0 0 15,-17 0-15,17 0 63,1 0-48</inkml:trace>
  <inkml:trace contextRef="#ctx0" brushRef="#br0" timeOffset="56771.3675">15772 8910 0,'0'0'0,"53"17"0,-18 19 15,-17-19-15,35 1 0,-36 0 16,1-18-16,17 0 16,18 17-1,18 1-15,17-18 16,18 17-16,-36 1 15,-17 0-15,-35-18 16</inkml:trace>
  <inkml:trace contextRef="#ctx0" brushRef="#br0" timeOffset="57221.5784">15772 9298 0,'18'0'0,"17"-35"15,0 35-15,18 0 16,0 0 0,53 17-16,-18 1 15,-35-1-15,0-17 16,0 0-16,-36 18 16,1 0-16,-18-1 15,0 1-15,0 0 16,0 17-16,-35 0 15,0 1-15,-1-1 16,1-18-16,-18 19 16,35-19-16,1-17 15,-19 0 17,19-17-17,-1-1 1,1 0-16,-1-34 15,18 16-15,0-17 16</inkml:trace>
  <inkml:trace contextRef="#ctx0" brushRef="#br0" timeOffset="57506.7915">16019 9139 0,'0'0'0,"0"35"16,-4075 18-16,8150 0 16,-4075-18-16,0 18 15,-18 0-15,-52-17 16,17 17-16,-35-1 16,-36-16-1,71 17-15,18-36 16,17 1-16,-17-18 15</inkml:trace>
  <inkml:trace contextRef="#ctx0" brushRef="#br0" timeOffset="60401.3068">14008 8892 0,'0'18'16,"17"-18"-1,1 0-15,17 0 16,18 0-16,0 0 16,0 0-16,18 0 15,34 17-15,-34 1 16,-18-18-16,-18 0 16,1 18-16,-1-18 15,-35 17-15,17 1 16,-17 0-16,0-1 15,0 18-15,0 18 16,18 53-16,-18-53 16,0 35-16,0-35 15,-18-17-15,18-19 16,-52-17-16,34 18 16,0 0-16,1-18 78,17-18-63,0 0-15,0-17 16</inkml:trace>
  <inkml:trace contextRef="#ctx0" brushRef="#br0" timeOffset="60771.9324">14555 8733 0,'0'0'0,"0"53"16,-18 18-1,0-1-15,-35-17 16,0 35-16,36-35 16,-18 36-16,-1-54 15,19 0-15,-1-17 16,0 17-16</inkml:trace>
  <inkml:trace contextRef="#ctx0" brushRef="#br0" timeOffset="61348.1677">14872 8963 0,'0'35'16,"-17"18"-16,-1 35 16,18-53-16,0 1 15,-18-19-15,1 19 16,-19-107 31,19 18-32,17 0-15,0-17 16,0 34-16,17 1 16,36 0-16,-35 35 15,0 0-15,17 0 16,0 0-16,-17 0 15,-1 0-15,1 35 16,-18-17-16,0-1 16,0 1-16,0 0 15,0-1 1,-18-17-16,-17 0 16,0 18-16,0-1 15,-1-17 1,36 18-16,0 0 15,-17-18-15,17 35 16,-18-17-16</inkml:trace>
  <inkml:trace contextRef="#ctx0" brushRef="#br0" timeOffset="62688.0237">14660 9951 0,'36'0'16,"-1"0"0,18 0-16,18 0 15,-1 0-15,-17 0 16,0 0-16,-35 0 15,-1 0-15,1 0 16</inkml:trace>
  <inkml:trace contextRef="#ctx0" brushRef="#br0" timeOffset="63003.4417">14978 9739 0,'0'0'16,"0"53"-16,0 17 0,0-17 16,0 18-16,0-36 15,0 0 1,0 1-16,0-1 0,0 0 16,0-17-16</inkml:trace>
  <inkml:trace contextRef="#ctx0" brushRef="#br0" timeOffset="63324.2373">14660 10215 0,'71'53'16,"35"-53"-16,0 0 15,17 0-15,18 0 16,-35-17-16,-18-1 16,18-17-16,-53-1 15,-18 36-15,-35-17 16,0-1-16,0 0 16,0 1-1,0-1-15,-17 18 16</inkml:trace>
  <inkml:trace contextRef="#ctx0" brushRef="#br0" timeOffset="63660.7082">15260 10074 0,'0'0'0,"-53"35"15,36 1-15,-19-19 16,1 1-16,18 0 16,-1 35-1,18-36 1,0 1 0,0 17-16,0-17 15,18-18-15,-1 17 16,36-17-1,-18 0-15,18 0 16,0 0-16,-18-17 16,18-19-16,-53 1 15,36 18 1,-36-19-16,0-17 16,0 36-16</inkml:trace>
  <inkml:trace contextRef="#ctx0" brushRef="#br0" timeOffset="63899.4523">15437 10127 0,'0'18'32,"0"-1"-17,0 19 1,0-19-1,0 1-15,0 0 0,0-1 16,0 1-16</inkml:trace>
  <inkml:trace contextRef="#ctx0" brushRef="#br0" timeOffset="108707.2907">20218 7745 0,'17'0'16,"407"124"31,-265-124-32,-1 0-15,36 0 0,0-18 16,36 18-16,-36 0 16,35 0-1,-17 0-15,35 0 16,0 0-16,-53 0 0,18 18 16,-36-1-1,-35 19-15,-17-36 16,-54 0-16,-35 0 15</inkml:trace>
  <inkml:trace contextRef="#ctx0" brushRef="#br0" timeOffset="112788.5195">11503 16796 0,'-36'-18'62,"19"18"-46,-1-17-1,0 17-15,1 0 0,-19 0 16,1 0-16,0 0 16,0 0-16,-1 0 15,-17 0-15,18 0 16,0 0-16,17 0 15,1 0-15,-19 0 16,19 17-16,-1-17 16,0 0-1,18 18 1,0 0-16,0-1 16,-17 1-1,-1 17-15,18 1 0,0-19 16,0 1-16,18 17 15,-18 0-15,35-17 16,-17 17 0,-1-17-16,1 17 15,0-35 1,-1 18-16,1 17 0,-1-35 16,-17 18-16,18 0 15,17-1-15,18 1 16,-17 17-16,-1-17 15,35 17-15,1-17 16,0 17-16,-19-35 16,1 0-16,-17 18 15,-19-18-15,19 0 16,-1 0-16,0 0 16,-17 0-16,17 0 15,0 0-15,1 0 16,17 0-16,35-18 15,-35 18-15,17 0 16,-17 0-16,-17 0 16,-1 0-16,18 18 15,-18-18-15,-17 0 16,-1 0-16,19 0 16,-1 0-16,-35-36 15,18 36-15,-1 0 16,1-17-1,-1 17-15,19-18 16,-1-17-16,-17 35 16,17-36-16,18 19 15,-36-18-15,19 17 16,-19 0-16,1-17 16,0 17-16,-1 1 15,1-1-15,-18-17 16,0-1-16,-18 1 15,-17 0 1,0-36-16,-1 36 16,1 0-16,35 17 15,-53-17-15,36 0 16,-1 17-16,-17 0 16,17 18-16,0-17 15,1 17-15,-1 0 16,-17 0-16,-18 0 15,-18 0-15,18-18 16,-52 0 0,34 18-16,-17 0 0,35-17 15,-18-1-15,36 18 16,0-18 0,-1 18-16,-16-17 15,34 17-15,0 0 16,-17 0-16,0 0 15,-1 0-15,1 0 16,17 0-16,-17 0 16,0 0-16,-18 0 15,0 0-15,18 0 16,-18 0-16,18 35 16,17-35-16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09-12T08:18:16.4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11079 5346 0,'0'17'15,"-17"19"1,-36-19 0,-18 36-16,0-17 0,-17-1 15,35 0-15,-53 0 16,18 18-16,35-35 15,-35 35 1,53 0-16,0-35 16,-1-1-16,19 18 0,17-17 15,0 17 1,0-17 0,35 0-16,35 17 15,36 0-15,-17 1 16,69-1-16,-17 0 15,36 0-15,-18-35 16,-36 0-16,-52 0 16,-1-17-16,1-1 15,-36-17-15,-17 0 16,17-18-16,-35 17 16,0 1-16,0-18 15,0 0-15,0 0 16,0 18-16,0-36 15,0 18-15,-18 36 16,-35-18-16,36-1 16,-1 19-16</inkml:trace>
  <inkml:trace contextRef="#ctx0" brushRef="#br0" timeOffset="1415.5528">11256 5116 0,'17'0'32,"1"53"-17,88 124 1,-71-89-1,0-17-15,-17-18 16,17 35-16,-35-53 16,0 0-16,18-17 15,-18 17-15,17-35 32,-17 18-17,0 17 1,0-17-16,18-1 15,-18 19-15,0-19 16,18 1-16</inkml:trace>
  <inkml:trace contextRef="#ctx0" brushRef="#br0" timeOffset="38696.7623">7304 8698 0,'0'-18'16,"-36"18"-16,-16 0 15,-19 36-15,-17 17 16,17 35-16,1-18 16,34-17-16,19 0 15,-1 0-15,18-35 16,0 35-16,0 0 15,53 52-15,18-16 16,-36-36-16,35 35 16,-17-35-16,0 53 15,-17-18-15,-1-35 16,0 35-16,-35-17 16,0-1-16,0 1 15,0-18 1,0 17-16,0-35 15,0 1-15,0-1 16,0-17-16,18-1 16,-18 1-1,0 0-15,0-1 16,0 19-16,0 16 16,0-16-16,0-1 15,0 0-15,-18 1 16,0-1-16,1 0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09-12T08:47:02.8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2770 12562 0,'0'17'78,"0"1"-78,35 17 15,-17-35 1,-18 18 0</inkml:trace>
  <inkml:trace contextRef="#ctx0" brushRef="#br0" timeOffset="433.6387">2664 12862 0,'0'17'47,"71"-17"-47,70 0 16,17 0-1,54-35-15,-35-18 0,-36 18 16,17 0 0,-87 17-16,-36-17 15,1 35-15,-36-18 47</inkml:trace>
  <inkml:trace contextRef="#ctx0" brushRef="#br0" timeOffset="793.9378">3299 12879 0,'-18'0'15,"18"18"-15,0 17 16,0 18-1,0-17 1,18-19-16,-18 1 16,18-1-16,-18 19 15,17-36-15,-17 17 63,36-17-48,-19 0-15</inkml:trace>
  <inkml:trace contextRef="#ctx0" brushRef="#br0" timeOffset="1081.0743">3670 12897 0,'0'35'16,"0"1"-1,0-19 1,-36 19 0,1-19-16,-18 1 0,-35 17 15,0-17-15,-1-1 16,19 1-1,-36 17-15,18-35 16,0 0 0,70 0-16,0 0 15</inkml:trace>
  <inkml:trace contextRef="#ctx0" brushRef="#br0" timeOffset="1256.9522">2893 13179 0,'18'18'15,"88"0"-15,-36-18 16,36 0-16,-35 0 16,123 0-1,-124 0-15,-52 0 16,17-18-16,-35 0 16</inkml:trace>
  <inkml:trace contextRef="#ctx0" brushRef="#br0" timeOffset="1528.3205">3105 13285 0,'0'0'0,"-71"53"16,1 0-16,-18 0 15,35 0-15,0-18 16,0 0-16,0 1 16,18-19-16,17 1 15,-17 17-15,17-17 32,0 0-32,18-1 31</inkml:trace>
  <inkml:trace contextRef="#ctx0" brushRef="#br0" timeOffset="2408.2988">3493 13338 0,'-35'0'0,"0"53"15,-1-35-15,1 17 16,-36 0-16,36 1 15,17-19-15,1-17 16,17 18 47,53-18-48,17 0-15,36 0 16,-18 0-16,-35 0 15,-17 0-15,-19 0 16,-17 35 0,-17-35-1,-1 35-15,0-35 16,18 18-16,-17-18 16,-1 0-16,0 35 15,-17-35-15,0 18 16,-18 0-1,-18 17-15,18-17 16,18 17-16,0-18 16,17 1-16,1-18 15,52 0 32,35 0-47,1 0 16,0-18-16,-36 1 15,0 17-15,0-35 16,-17 35-16,0 0 47,-1 0-31,-17 17-1,0 36-15,-17-18 16,-1-17-16,-17 35 15,-36-18-15,1-17 16,17 0-16,-53-1 16,35 18-16,18-35 15,-17 18 1,52 0-16,53-54 47,18 1-32</inkml:trace>
  <inkml:trace contextRef="#ctx0" brushRef="#br0" timeOffset="3349.6375">3952 13091 0,'35'18'31,"36"-18"-31,-1 0 0,36 0 16,18 17-1,-54 1-15,-52-18 16,-54 0 15,-52 0-15,18 0-16,-1 18 15,-17 17-15,17-17 16,18-1-16,-17 19 16,35-19-16,17 36 15,0-18-15,1 1 16,17-1-16,0 0 16,0 18-16,0 0 15,0 35-15,0-52 16,-18-19-16,18 1 15,0 17 17,-18-35 30,18-17-62,18-36 16,35-36-1,18 1-15,17 0 16,-18 17-16,36 1 16,18-18-16,-36 52 15,-18 1-15,-17 35 16,-35 0-16,0 0 16,17 0-1,-17 0-15,-1 18 16,1 35-16,17 0 15,-17-1-15,17-16 16,-35-1-16,0 18 16,0-35-16,0-1 15,0 1 1,-18 17 15,1-35 16,-1 0-31,0 0-1,1 0-15,-18 0 0,-1 0 16</inkml:trace>
  <inkml:trace contextRef="#ctx0" brushRef="#br0" timeOffset="3616.2454">4287 13373 0,'0'0'16,"0"36"-16,0 17 0,0 0 15,-35 17-15,-53-35 16,-1 36-16,19-18 15,34-35 1,1 17-16,18-18 0,-1 1 16</inkml:trace>
  <inkml:trace contextRef="#ctx0" brushRef="#br0" timeOffset="3833.0344">4322 13656 0,'18'0'15,"0"35"-15,-18 18 16,0-35-16,17-1 16,18 18-16,-35 1 15,0-19-15,0 1 16,18 0-16,-18 17 15,0-17 1</inkml:trace>
  <inkml:trace contextRef="#ctx0" brushRef="#br0" timeOffset="4353.5243">5275 12738 0,'0'18'32,"-35"0"-32,35-1 15,-18 1-15,-17 35 16,-18-36-16,18 54 15,-1-36 1,19 1-16,-19-19 0,19 18 16,-1-17-1,53-18 17</inkml:trace>
  <inkml:trace contextRef="#ctx0" brushRef="#br0" timeOffset="4704.6172">5310 12950 0,'0'0'0,"36"0"16,-19 0-16,18 0 15,1 0-15,-1 0 16,-17 0 15,-18 18-15,0 17-1,0 0 1,-36-17 0,19 17-16,-36 0 15,0 1-15,35-36 16,1 17-16,-19-17 15,36 18 17,0 0-32,-35-18 15</inkml:trace>
  <inkml:trace contextRef="#ctx0" brushRef="#br0" timeOffset="5185.5261">4904 13268 0,'18'0'16,"35"0"-1,35 0-15,36 0 16,-54 0-16,36 0 15,-18 0-15,-17 0 16,-36-18-16,-35 36 63,0-1-63,-17 18 0,17 71 15,-53-17-15,-18-54 16,1 0-1,34 0-15,1 1 16,17-19-16,18-34 109,-17-1-93,-1 0-16,18-17 16</inkml:trace>
  <inkml:trace contextRef="#ctx0" brushRef="#br0" timeOffset="5608.9">5187 13462 0,'0'35'31,"-18"-17"-31,0 17 16,1-35-16,-18 17 15,17 1 1,0 0-16,-17-1 0,0 1 16,52-18 93,1 0-109,0 0 16,17 0-16,35 0 15,-17 0-15,0 0 16,-17 0-16,-1 0 15,-17 0-15,-1-18 63</inkml:trace>
  <inkml:trace contextRef="#ctx0" brushRef="#br0" timeOffset="6128.9153">4799 13373 0,'0'0'0,"-18"36"16,0 17-16,1 0 15,-1-1-15,18 1 16,0-17-16,0-19 16,0 19-16,18-19 15,35 19-15,35 16 16,35 1-16,18-17 15,-17-36-15,-18 0 16,53 0-16,-54-18 16,1 0-16,-53-17 15,18 0-15,-36 17 16,-17 1 0,17 17-16,-17-18 78,-1 0-63,-17-35 1,18 36-16,-18-1 16,0 0-16,0 1 15</inkml:trace>
  <inkml:trace contextRef="#ctx0" brushRef="#br0" timeOffset="34650.9073">3123 14908 0,'0'-35'31,"17"35"-15,36 0 0,35-18-16,-17-17 15,-18 35-15,17-18 16,-17 1-16,0 17 15,-35-18-15,0 1 16,17 17-16</inkml:trace>
  <inkml:trace contextRef="#ctx0" brushRef="#br0" timeOffset="35048.4252">2770 15191 0,'0'0'0,"106"-18"0,-1 0 16,1-35-16,18 36 15,17 17-15,-18 0 16,-34 0-16,-19 0 16,18-36-16,-35 36 15,-35 0-15,17-17 47,-35-1-16,0 1-15</inkml:trace>
  <inkml:trace contextRef="#ctx0" brushRef="#br0" timeOffset="35418.5049">3228 14732 0,'0'0'0,"0"35"0,-17 53 15,17 1-15,0-1 16,-18 18-1,-17 0-15,35-36 0,0-17 16,-35 0-16,35-18 16,0-17-1,0 0 17,35-18-1,18-53-16,17 17-15,1-34 16</inkml:trace>
  <inkml:trace contextRef="#ctx0" brushRef="#br0" timeOffset="35773.9791">3564 14908 0,'0'0'0,"0"53"16,0 18-16,0-1 16,0-17-1,0 18-15,-18-18 0,18 0 16,0 0-16,0-18 15,-18 0-15,18-17 16,0 0-16,0-1 31,-17-17 1</inkml:trace>
  <inkml:trace contextRef="#ctx0" brushRef="#br0" timeOffset="36280.7977">4181 14714 0,'0'-17'15,"-17"34"-15,-1 19 16,-17-19-16,-1 18 15,1-17-15,-36 17 16,19-17-16,-37 17 16,36 18-16,-17-17 15,52-19-15,1 1 16,34-18 31,36 0-32</inkml:trace>
  <inkml:trace contextRef="#ctx0" brushRef="#br0" timeOffset="36808.0907">4199 14979 0,'0'0'0,"-53"35"0,-53 0 15,18 18-15,35 0 16,-35 18-16,52-36 16,19 0 30,34-35-30,54 0 0,-18 0-16,-18 0 15,-17 0-15,-1 0 16,-17 36-16,0-19 16,0 1-16,0 0 15,0 35-15,0 0 16,-17-18-16,-18-18 15,-1 19-15,1-19 16,-18-17 0,18 18-16,-18 0 15,0-1-15,0-17 16,35 0-16,-17 18 16,17-18-1,1 0 1,-1 0-16,0 0 15,1 0-15,-1 0 16</inkml:trace>
  <inkml:trace contextRef="#ctx0" brushRef="#br0" timeOffset="37325.7045">4463 14997 0,'0'17'16,"0"1"-1,0-1-15,0 1 16,18-18-16,0 35 16,-1-17-16,1 0 15,17-18-15,-35 17 16,0 1-16,18 0 15,-18-1 1,-18 1 0,1-18-1</inkml:trace>
  <inkml:trace contextRef="#ctx0" brushRef="#br0" timeOffset="37561.0194">4358 15385 0,'0'0'0,"35"0"16,18 0-16,35 0 15,-53 0-15,1-36 16,-1 19-16,0-1 16,0-17-16,1 17 15,-19 1-15,1-1 16,0 0-16,-1 18 15,1-17-15,0-19 16,-1 36-16,-17-17 16</inkml:trace>
  <inkml:trace contextRef="#ctx0" brushRef="#br0" timeOffset="37985.9086">4834 14926 0,'0'0'0,"0"71"0,-18 34 16,-17 37-16,17-72 16,-17 36-16,35-18 15,0-35-15,0-18 16,0 18-16,0-35 16,0 0-1,-18 17-15,18-17 16,0-1-1,0 1 48</inkml:trace>
  <inkml:trace contextRef="#ctx0" brushRef="#br0" timeOffset="38288.5705">4975 15402 0,'0'-35'15,"18"17"-15,-1 1 16,19 17-16,17-18 15,-1-17-15,1 35 16,36-18-16,-36 18 16,-1-17-16,1-1 15,-35 18-15,17-35 16,-35 17-16,18 0 16,-18 1-1</inkml:trace>
  <inkml:trace contextRef="#ctx0" brushRef="#br0" timeOffset="38602.0271">5328 14961 0,'0'0'0,"-35"71"0,-1 17 15,19-17-15,-19-1 16,19 1-16,-19-18 16,1 35-16,18-53 15,-19 18-15,1 18 16,0-36-16,35 0 15,-53 1-15,35-1 16,18-53 31</inkml:trace>
  <inkml:trace contextRef="#ctx0" brushRef="#br0" timeOffset="38863.8118">5346 15420 0,'0'0'0,"17"53"0,18-18 16,-17-17-16,0 17 15,17-35-15,-35 35 16,35-17-1,-17-18-15,0 0 32,-1 0-17,18 0 17</inkml:trace>
  <inkml:trace contextRef="#ctx0" brushRef="#br0" timeOffset="39105.9378">5628 14908 0,'0'18'47,"0"0"-32,17-1-15,-17 19 16,18-1-16,0-18 16</inkml:trace>
  <inkml:trace contextRef="#ctx0" brushRef="#br0" timeOffset="56212.2418">3228 16673 0,'-17'0'47,"34"0"-31,36-18-16,0 0 16,18 18-16,-18 0 15,53 0-15,-36-17 16,18 17-1,-70 0-15,17 0 16,-35 17 31,0 1-16,-17 0-31,-19-18 16,19 17-16,-36 19 15,-18 16-15,1-16 16,-1 17-16,18 0 16,18-36-16,35-34 140,0-1-140</inkml:trace>
  <inkml:trace contextRef="#ctx0" brushRef="#br0" timeOffset="56666.3177">3423 16408 0,'0'18'16,"0"17"-1,-36 18-15,19-18 16,-19 0-16,19 36 16,-1-36-16,0-17 15,18 17-15,-17-17 16,-1-18-16,18 35 31,0 0 78</inkml:trace>
  <inkml:trace contextRef="#ctx0" brushRef="#br0" timeOffset="57082.2633">3052 16514 0,'0'-18'94,"0"36"-78,0-1-1,18 1-15</inkml:trace>
  <inkml:trace contextRef="#ctx0" brushRef="#br0" timeOffset="57875.749">3017 16637 0,'17'0'0,"1"18"15,17-18-15,-17 35 16,17-35-16,-17 36 15,17-36-15,-35 35 16,0-18 0,-17-17-16,-19 18 15,-17-18-15,-35 18 16,0 17-16,17-35 16,18 0-16,53 35 15,18-35 1,17 0-1,1 36-15,17-36 16,-1 0-16,-16 17 16,-19-17-16,19 0 15,-19 18 1,-17 0 0,-17-18-1,-1 17-15,-35-17 16,18 35-16,17-17 15,-17-18-15,35 18 16,0-1 15,0 1-15,18-18-16,17 18 16,35-1-16,19-17 15,34 0-15,-17 0 16,-18 0-16,-17 0 15,-18-17-15,-18 17 16,-17-36 0,17 36 15,-35-17-31,18 17 16,-1 0-16,18 0 15</inkml:trace>
  <inkml:trace contextRef="#ctx0" brushRef="#br0" timeOffset="58481.3112">4693 16302 0,'-18'18'0,"-17"-1"16,-18-17-16,0 18 15,-18 0 1,54-1-16,17 1 16,0 0-1,0-1-15,35 1 16,0-18 0,1 0-16,-1 0 15,0 0 1,-35 18-1,-17-18-15,-1 0 16,-17 35-16,-1 18 16,-34-36-1,34 36 1,36-17-16,0-19 31,18-17-31,0 0 16,17 0-1,-17 0-15,17 0 16,-17 0 0,17 0-16,-17 0 15,-1 0-15</inkml:trace>
  <inkml:trace contextRef="#ctx0" brushRef="#br0" timeOffset="58738.1262">4111 17096 0,'17'0'32,"19"0"-17,16-18-15,1-17 16,18 35-16,-18-18 15,-18 1-15,0-1 16,1 1 0,-19-1-16,1 0 15,17 1-15,-17-19 16,0 1-16,-1 0 16,1-1-16</inkml:trace>
  <inkml:trace contextRef="#ctx0" brushRef="#br0" timeOffset="59344.5885">4940 16161 0,'-18'0'31,"18"18"-31,-18-1 16,-34 1-16,16 17 16,-17 0-16,18 18 15,17-35-15,1-18 16,17 18-1,0-1-15,17 19 16,36-19 0,0 1-16,-17-18 15,16 18-15,1-1 16,-35-17-16,0 0 16,-1 0-1,1 0 1</inkml:trace>
  <inkml:trace contextRef="#ctx0" brushRef="#br0" timeOffset="59697.1397">4904 16284 0,'53'0'15,"-17"36"1,17-1-16,-36 0 15,1 1-15,0-1 16,-18-17-16,0-1 16,0 1-16,-18-18 15,0 17-15,1 1 16,-19 0-16,-17 17 16,18-17-16,17-1 15,-17 1-15</inkml:trace>
  <inkml:trace contextRef="#ctx0" brushRef="#br0" timeOffset="59960.8202">4799 16655 0,'17'0'31,"36"0"-15,35 0-16,-52 0 15,17 0-15,-18 0 16,18-18-16</inkml:trace>
  <inkml:trace contextRef="#ctx0" brushRef="#br0" timeOffset="60208.8475">5010 16690 0,'0'0'0,"-53"0"15,-70 36 1,88-36-16,-18 17 16,-18 18-1,36-35-15,-18 18 0,35 0 16,1-18-16,-1 35 15,0-35 32</inkml:trace>
  <inkml:trace contextRef="#ctx0" brushRef="#br0" timeOffset="60543.8261">4922 16867 0,'0'0'16,"0"17"0,0 1-16,0 0 15,0 17-15,0-17 16,-35-1-16,17 36 15,-17-18-15,17 1 16,-17-19-16,17 1 16,1-18 31,-1 0-32,0 0 1,18-18-16,0 1 15</inkml:trace>
  <inkml:trace contextRef="#ctx0" brushRef="#br0" timeOffset="61088.7557">4763 16920 0,'-17'0'31,"-1"17"-31,0 1 16,-35 35-1,36-36-15,-1 1 16,36-18 46,17 0-46,18 0-16,-35 0 16,-1 0-1,1 18 32,-18-1-16,-35-17-15,17 18 0,-17-18-16,17 0 15,0 0 1,-17 0-16,0 18 15,0-1-15,17 1 16,-17 0-16</inkml:trace>
  <inkml:trace contextRef="#ctx0" brushRef="#br0" timeOffset="61712.8023">5169 16849 0,'-53'0'16,"0"0"-1,36 18-15,-36 17 0,0-35 16,17 18-16,1 17 16,18-35-1,-1 18-15,18-1 16,0 1 0,0 17-1,35 0 1,18-35-16,-18 36 0,1-36 15,-19 0-15,19 0 16,-19 17-16,1-17 16,17 0-16</inkml:trace>
  <inkml:trace contextRef="#ctx0" brushRef="#br0" timeOffset="65920.5391">5398 8980 0,'-17'0'47,"-1"0"-31,-17 0 15,35 36-31,-18-36 16,1 17-16,17 1 15,0-1-15,-18-17 16,18 18-16,-18 0 15,1-18 1,-1 0-16,0 0 16,1 17-16,-1 1 15,0 0-15,1-18 16,-1 17-16,1-17 16,-1 0-1,0 18-15,-17-18 16,17 0-16,1 18 15,-19-18-15,-17 17 16,18 1-16,0 0 16,17-1-1,18 1-15,-17-18 0,-1 17 16,-17 1 15,17-18-15,18 18-1,-18-1-15,1-17 16,17 18-16,-18-18 16,0 0-16,1 18 15,-1-1-15,1-17 16,-1 0-16,0 36 16,-17-36-16,0 35 15,17 0 1,0-35-16,18 18 15,-17-1-15,17 1 16,-18 17 0,18-17-1,-18 0 1,18-1 0,0 1-1,0 0-15,0-1 16,0 1-16,-17-18 15,-1 18 1,18-1-16,0 1 47,0-1-47,0 1 16,0 0-1,0-1 1,0 1 15,0 0-15,0 17 77</inkml:trace>
  <inkml:trace contextRef="#ctx0" brushRef="#br0" timeOffset="66691.4728">4446 9968 0,'0'18'16,"0"0"-1,0 17 1,0-18-16,0 19 15,0-1-15,0 0 16,0 18-16,0-17 16,0-19-16,0 36 15,0-35-15,-18 17 16,18 18-16,0-18 16,0 1-16,-35-1 15,35 0-15,0 18 16,0-18-16,-18-17 15,18 0-15,0 17 16,-17 0-16,17-17 16,0-1-1,0 1-15,0 0 0,0-1 16,0 19 0,0-19-1,0 19-15,0-19 0,0 36 16,17-17-16,-17-19 15,0 1-15,18-1 16,-18 1 47,0 0-63,0 17 15,0-17-15,0-1 16,17 1-16,1-18 15,-18 35-15,0-17 16,0 0 0,18-18 109</inkml:trace>
  <inkml:trace contextRef="#ctx0" brushRef="#br0" timeOffset="68048.9445">5522 8910 0,'18'35'16,"17"-17"-16,0-18 15,18 17-15,-35-17 16,17 18-16,18-18 15,-18 0-15,-17 18 16,-1-18-16,19 17 16,-1 1-16,18-18 15,-18 17-15,18 1 16,0 0-16,0-18 16,0 17-16,-35-17 15,-1 0-15,19 18 16,-19-18-16,1 0 15,-1 0-15,19 18 16,-19-18 0,1 0-16,0 0 15,17 17-15,0-17 16,-35 18-16,36-18 16,-1 18-1,0-18 1,-17 17-16,-1-17 15,1 0-15,17 18 16,-17-18-16,-18 18 16,18-1-16,-1-17 31,1 0 16,17 0-32,-17 18 1,-1-18 31</inkml:trace>
  <inkml:trace contextRef="#ctx0" brushRef="#br0" timeOffset="68987.6219">6933 9404 0,'0'17'15,"0"1"1,0 0-1,0-1-15,0 1 16,0 0-16,0 17 16,-17 18-16,17-36 15,-18 19-15,18-19 16,0 1-16,-18 17 16,18-17-16,0 0 15,-17 34-15,17-34 16,0 0-16,-18 17 15,18-17-15,-18 17 16,18 18 0,-17-18-16,17 0 15,-18 1-15,18-1 16,0 0-16,0 1 16,0-1-16,0-17 31,0 17-31,18 0 15,-1 0 1,-17-17-16,0 17 16,36 1-16,-36-19 15,0 1-15,35 0 16,-17 17-16,-1 0 16,1-17-16,0 17 15,-1-17-15,1-1 16,-1 1-16,1 0 15,0 17-15,-1-17 16,19-1 0,-1 1 46</inkml:trace>
  <inkml:trace contextRef="#ctx0" brushRef="#br0" timeOffset="69689.5695">7021 10850 0,'-35'18'0,"70"-36"0,-105 71 15,35-17-15,-1-36 16,36 53-16,-35-36 16,17 1-16,-17 17 15,0 0-15,0 1 16,-1-36-16,-17 35 16,0-17-16,18 17 15,0 0-15,-36 18 16,1 0-16,-1-18 15,18 18-15,-17-17 16,34 34-16,19-52 16,-19 17-1,36 0-15,0-17 16,0 0 0,0-1-16,0 19 156,-17-36-125,17 17-31,0 1 16,0 0 15</inkml:trace>
  <inkml:trace contextRef="#ctx0" brushRef="#br0" timeOffset="71047.9304">4569 11380 0,'36'0'31,"-19"0"-15,1 0-16,17 0 16,-35 35-16,35-35 15,18 53-15,-17-53 16,17 18-16,-1-1 16,19 1-16,-18-18 15,-18 18-15,18-1 16,18 1-16,-18-1 15,0-17-15,-18 0 16,-17 18 0,17 0-16,0-18 15,18 0-15,-35 0 16,-1 17-16,1-17 0,0 18 16,-1-18-16,1 0 15,17 18-15,-17-18 16,-1 0-16,36 17 15,-17-17 1,-19 0-16,1 0 31,0 0-31,-1 0 16,1 0-16,-1 0 16,1 18-16,17-18 15,-17 0 1,-18 18-16,18-18 31,-1 17-31,19 1 31,-19-18-15,1 18 0,0-18 15,-1 17-31,1 1 31</inkml:trace>
  <inkml:trace contextRef="#ctx0" brushRef="#br0" timeOffset="78232.7972">2964 17819 0,'0'18'32,"-53"17"-17,18 1 1,-106 34-1,141-52 1,-36-1 0,36 19-1,36-36 17,34 0-32,18-18 15,0 0-15,18 1 16,-53-18-16,-17-1 15,-19 36-15,-34 18 47,-19 35-31,1-18-16,-36 0 16,36-17-16,17 17 15,36-35 63,17-17-62,-17 17-16,0-18 16,-18 36 46,-36 17-62,1 0 16,-35 36-16,-1-1 15,18-34-15,18-19 16,17 1 0,-17 0-16,17-1 15,18 1 1,18-18 62,17 0-62,0-18-16,1 18 15,17-17-15,17-1 16,1 0-16,-18 1 15,-18-1-15,-17 0 16,-1 1-16,1-1 16,0 0-16,-1 18 15,1-17 1</inkml:trace>
  <inkml:trace contextRef="#ctx0" brushRef="#br0" timeOffset="78808.2773">3528 17784 0,'0'35'31,"0"1"-16,-17-1-15,-1 0 16,-52 1-16,34-1 16,1-18-16,17-17 15,36 0 63,53-17-62,17-18 0,18 17-16,-1-17 15,-52 35-15,18-18 16,-36 0-16,1 18 16,-19 0-16,1 0 15</inkml:trace>
  <inkml:trace contextRef="#ctx0" brushRef="#br0" timeOffset="79137.4518">3899 18031 0,'0'0'0,"-18"53"16,-35-18 0,0-17-16,-17 35 15,-1-18-15,1 18 16,-19-35-16,37-1 15,-1 19-15,17-36 16,1 0-16,17 17 16,18-34 31,0-19-47,0 19 15,0-1 1</inkml:trace>
  <inkml:trace contextRef="#ctx0" brushRef="#br0" timeOffset="79417.2212">3528 18155 0,'0'0'0,"36"88"0,34-18 15,18 19-15,-35-54 16,36 0-16,-72-17 15,54-1 1,-54 19-16,1-36 0,0 0 16,-1 0 15,1 17-31,0-17 16,-1 0-1,1 0 1,0 0-16,-1 0 15,1-35 1</inkml:trace>
  <inkml:trace contextRef="#ctx0" brushRef="#br0" timeOffset="79793.2165">4587 17961 0,'0'-18'47,"18"0"-47,-1 18 0,1-17 16,17 17-1,18-18-15,-18 18 16,1-18-16,-19 18 16</inkml:trace>
  <inkml:trace contextRef="#ctx0" brushRef="#br0" timeOffset="80072.0273">4499 18119 0,'17'0'31,"1"0"-15,0 0-16,17 0 15,-17 0-15,17 0 16,-18 0-1</inkml:trace>
  <inkml:trace contextRef="#ctx0" brushRef="#br0" timeOffset="80593.5464">4640 18084 0,'0'0'15,"-18"35"-15,18 1 0,0-1 16,-17-17-16,-1-1 15,18 18-15,-18-17 16,-17 0-16,17 35 16,1-36-16,-1-17 15,18-35 126,18 17-125,17 1-16,0-1 15,-17 0-15,17-17 16,-17 35-16,-1-17 15,-17-1-15,36 0 16,-19 1 0,1-1-1,-18 0-15</inkml:trace>
  <inkml:trace contextRef="#ctx0" brushRef="#br0" timeOffset="81008.5559">4816 17890 0,'0'53'15,"18"-18"1,-18 0-16,18 1 16,-18-19-16,17-17 62,-17-17-46,0-107-1,0 71 1,0 0-16,18 0 16,-18 18-16,17 18 15,1-1-15,0 18 32,-1-18-32,1 1 15</inkml:trace>
  <inkml:trace contextRef="#ctx0" brushRef="#br0" timeOffset="81385.5309">4975 17661 0,'53'-36'31,"-18"36"-15,1 0-1,-19 0-15,36 0 16,18 0 0,-36 18-16,-17-18 15,-18 18 16,0-1-31,0 1 16,0 17-16,0 18 16,0 18-16,-18-18 15,18-18-15,-53 18 16,18-18-16,17 0 16,0 1-16,1-54 140,-18 18-124</inkml:trace>
  <inkml:trace contextRef="#ctx0" brushRef="#br0" timeOffset="81725.3861">4957 18013 0,'0'-17'16,"18"17"0,17-18-1,1 18-15,-19 0 16,1 0-16,17 0 16,-17 0 77,-36 0-77</inkml:trace>
  <inkml:trace contextRef="#ctx0" brushRef="#br0" timeOffset="81952.9474">4940 18119 0,'17'0'16,"1"-17"-16,17 17 16,-17 0-16,0 0 15,-1 0 1,1-18-16,0 18 15</inkml:trace>
  <inkml:trace contextRef="#ctx0" brushRef="#br0" timeOffset="82368.9274">4940 18208 0,'0'0'16,"17"0"15,1 0-15,0 0-16,-1 0 15,19 0 1,17-18-16,-36 18 0,1-18 15,-1 1 1,-17-1-16,36 18 16,-36-18-16,17 18 15,-17-35 1</inkml:trace>
  <inkml:trace contextRef="#ctx0" brushRef="#br0" timeOffset="82865.0734">5099 17872 0,'0'0'0,"0"71"0,17-18 16,-17 0-16,0-18 15,0 18 1,0-35-16,0-1 0,0 19 16,0-1-1,0 0-15,0 0 16,0-17-16,0 17 16,-17-35 62,-1 0-47</inkml:trace>
  <inkml:trace contextRef="#ctx0" brushRef="#br0" timeOffset="83392.3259">4269 18560 0,'0'0'0,"36"0"0,-19 0 16,54 0-16,-18-17 15,17-1-15,1 18 16,17 0-16,-17 0 16,-1-35-16,1 17 15,17-17-15,-35 17 16,0 1-16,0-1 15,-18 0-15,0 18 16,1 0-16,-19 0 16,19 0-1,-1 0 1,-17 0 0,-1 0-16,18 0 15,-17 0-15,0 0 16,-1 0-16,19 0 31,-19 0-31,19 0 16,-19 0-1,-17-17 1,0-1-16</inkml:trace>
  <inkml:trace contextRef="#ctx0" brushRef="#br0" timeOffset="113024.8026">2205 12632 0,'18'-17'15,"-36"17"48,1 0-63,-19 0 0,19 0 15,-1 0-15,-17 0 16,-36 0-16,-17 53 16,-18 17-16,-53 18 15,53 1-15,18-19 16,35 1-16,36-1 15,17-34-15,0-1 16,17 36 0,36-36-16,18 0 15,17 0-15,18 18 16,0-17-16,-36-1 16,-34-35-16,-19 18 31,-17-1-16,0 1-15,0 17 16,0 18-16,18 35 16,-18 36-16,0-1 15,0 18-15,0-52 16,0 16-16,18-34 16,-1 0-16,1-18 15,17-1-15,-17-34 16,17 0-16,-17 17 15,-18-17 1,0-1 0,0 1-16,0 53 15,-18-1-15,0 1 16,18-1-16,-35 71 16,17 1-1,18-72-15,-17 54 16,17-19-16,0 54 15,35-71-15,-35 1 16,0-19-16,18-34 16,-18-1-16,0-18 15,17 19-15,-17-19 16,0 1-16,0 17 16,0 18-16,0 35 15,-17 18 1,17-53-16,0 0 15,0 0-15,0 0 16,0-18-16,0 36 16,0-1-16,0 1 15,0 0-15,0-1 16,0-17-16,0 35 16,0-17-16,0-18 15,0 17-15,0-17 16,0 18-16,0-18 15,-18 17-15,18-17 16,-35 0 0,0 0-16,35-35 0,0-1 15,-18 19 1,18-19-16,0 1 16,0 0-1,0-1 1,0 1 62,0 0-78,0-1 16,0 19-16,-18 16 15,1-34-15,17 0 16,0 17-16,-18 0 15,0-17-15,18 17 16,0 1 0,0-1-1,0 0-15,0-17 0,0 17 16,0 0-16,0 18 16,0-17-16,0-1 15,0 0-15,0-17 16,0-1 31,0 1 46,0 0-93,36-18 16,-19 17 0,19-17 46</inkml:trace>
  <inkml:trace contextRef="#ctx0" brushRef="#br0" timeOffset="139897.1981">9333 14767 0,'0'-17'16,"0"34"-16,-18-17 15,-17 18-15,-1 17 16,1 0-16,-18-17 15,0 17-15,0 1 16,0-1-16,18-17 16,17-1-1,-17 1-15,0-1 16,53-17 62,-1 0-78,1 0 16,-1 0-16,1 0 15</inkml:trace>
  <inkml:trace contextRef="#ctx0" brushRef="#br0" timeOffset="140658.4139">9156 14944 0,'35'0'62,"1"0"-46,-19 0-1,36 35-15,-17 0 16,34-17-16,18-1 16,1 19-16,-19-19 15,-70 19 16,0-19-15,-35-17 0,0 0-16,-18 0 15,0 18 1,0 17-16,0-35 16,18 18-16,-18-18 15,35 0-15,0 0 16,1 18 46,17 17-46,0 0 0,0-17-16,0-1 15,0 36-15,0 0 16,0 0-16,0 0 15,0-35-15,0-1 16,0 1-16,0-36 109</inkml:trace>
  <inkml:trace contextRef="#ctx0" brushRef="#br0" timeOffset="141210.6413">9456 15208 0,'0'0'0,"35"0"16,1 0-16,17 0 0,-18 0 16,0 0-16,0 0 15,-17 0 1,0 18-16,17-18 0,-17 18 62,-18-1-46,0 1 0,0-1-1,0 1 1,0 0-16,0-1 15,-18 1-15,-17 17 16,35-17-16,-36 17 16,1 18-1,18-35-15,17-1 16,0 1 0,-18 0-16,0-18 62,1 0-46,-1-18-1,0 0-15</inkml:trace>
  <inkml:trace contextRef="#ctx0" brushRef="#br0" timeOffset="141480.7488">9262 15296 0,'18'0'16,"17"0"-16,0 0 15,18 0-15,0 0 16,-18 0-16,-17 0 16,17 0-16,-35-17 31</inkml:trace>
  <inkml:trace contextRef="#ctx0" brushRef="#br0" timeOffset="141776.7052">9297 15420 0,'0'18'31,"18"-18"-15,0 0-16,17 0 16,18-18-16,-36 18 15,1 0-15,0 0 16,-18-18 15,0-17-15</inkml:trace>
  <inkml:trace contextRef="#ctx0" brushRef="#br0" timeOffset="142024.6735">9509 15261 0,'0'0'0,"0"53"16,-18 0-16,1 0 15,-1 0-15,18-18 16,-18 18-16,1-18 16,17-17-16,0 0 15,0-1-15,-18-17 16,18 36 0,18-54 15</inkml:trace>
  <inkml:trace contextRef="#ctx0" brushRef="#br0" timeOffset="142472.8682">10126 14467 0,'0'36'47,"0"-19"-32,0 1-15,0 17 16,0 0-16,0-17 15,0 17-15,0 18 16,0-35-16,0 0 16,0-1-16,0 1 15</inkml:trace>
  <inkml:trace contextRef="#ctx0" brushRef="#br0" timeOffset="142704.3602">10126 14785 0,'18'0'15,"17"-18"1,1 1-16,17 17 16,-18-18-16,-17 0 15,17 18-15,0 0 16</inkml:trace>
  <inkml:trace contextRef="#ctx0" brushRef="#br0" timeOffset="143034.4745">9879 14997 0,'0'0'0,"0"52"0,0-34 15,0 0-15,0-1 16,0 19-16,-17 17 16,17-36-16,0 1 15,0 0-15,0-1 16,-18 1 0</inkml:trace>
  <inkml:trace contextRef="#ctx0" brushRef="#br0" timeOffset="143561.7362">10091 15049 0,'18'0'0,"-1"0"16,1 0-1,17 0 17,-35 18-17,18-18-15,0 18 16,-18-1-16,-18 19 16,-53-19-1,19 36-15,16-35 16,1 0-16,0-1 15,70-17 95,-17 0-95,17-35 1,-17 35-16,-1 0 16,-17-35-16,18 35 15,-1 0-15,1-18 16,0 18 0,17 0-1</inkml:trace>
  <inkml:trace contextRef="#ctx0" brushRef="#br0" timeOffset="143855.7227">9968 15349 0,'0'0'0,"-18"0"16,18 53-16,-18-35 16,1 0-16,17-1 31,-18 1-16,0 0-15,18-1 16</inkml:trace>
  <inkml:trace contextRef="#ctx0" brushRef="#br0" timeOffset="144092.975">10179 15296 0,'0'18'16,"0"0"0,18-1-1,-18 19-15,0-19 16,35-17 31,-17 0-32,17 0-15,-17-17 16</inkml:trace>
  <inkml:trace contextRef="#ctx0" brushRef="#br0" timeOffset="144293.2205">10409 15296 0,'17'0'0,"1"0"16,-18 18 31,0 0-32,35-18 1,-17 0-1,35 0 1</inkml:trace>
  <inkml:trace contextRef="#ctx0" brushRef="#br0" timeOffset="144458.2622">10744 15367 0,'-53'-35'0,"106"70"0,-53-17 16,0 17 46,0-17-31,18-1-31</inkml:trace>
  <inkml:trace contextRef="#ctx0" brushRef="#br0" timeOffset="177360.7439">10038 3564 0,'18'0'16,"-18"35"0,0 18-16,0 18 15,0 35-15,0-1 16,0 37-16,0-1 15,0-18-15,0 18 16,-18 0-16,1 18 16,-19-35-16,1 17 15,17-18-15,1 1 16,-19-36-16,36 0 16,-17-70-16,-1 17 15,18-17 79,-17-18-94</inkml:trace>
  <inkml:trace contextRef="#ctx0" brushRef="#br0" timeOffset="178608.7796">10356 3723 0,'17'0'16,"19"0"-16,-19 0 15,1 0-15,17 0 16,36 17-16,35 36 15,17-17-15,36-19 16,-18 18-16,18-17 16,-18 0-16,0-18 15,0 0-15,0 0 16,-52 0-16,-36 0 16,17 0-16,-35 0 15,18 0 1,-35 0-16,0 0 15,-1 0-15,1 0 16,0 0-16,-1 0 16,1 0-16,0 0 31,-1 0-15,18 17 15,-17 1 16,0 0-32,-18-1 1,0 1 0,0 17-16,0 18 0,-18 71 15,-17-36-15,17 18 16,-17-36-16,-18 36 15,0 0-15,35-18 16,-17-17-16,35 35 16,-18-36-16,18-34 15,0 16 1,0 19-16,0-53 16,0 35-16,0-18 15,0 0-15,0-17 16,0 17-16,0 0 15,-35 1-15,35-1 16,0-17-16,0 17 16,0-17-16,0 17 62,0-18-46,-17-17 62,17-17-78</inkml:trace>
  <inkml:trace contextRef="#ctx0" brushRef="#br0" timeOffset="179465.2765">9985 5558 0,'53'0'16,"18"0"-16,-1 0 16,1 17-16,0 1 15,34-18-15,19 0 16,17 0-16,-17 0 16,-19 0-16,19 0 15,-18 0-15,-18 0 16,-35 0-16,17 0 15,1 0-15,0 0 16,-36 0-16,18 0 16,0 0-1,17 0 1,-52 0-16,35 0 0,-18 0 16,0 0-16,-17 0 15,0 0 1,-1 0-1,1 0-15,0 0 16,-1-18 0,19 18-16,-36-17 31,35 17-15,-18 0-1,19 0 1</inkml:trace>
  <inkml:trace contextRef="#ctx0" brushRef="#br0" timeOffset="185777.6061">13196 4570 0,'0'0'0,"53"0"16,18 0 0,35 0-16,17 0 0,18 0 15,-17 0-15,17 0 16,0-18-16,0 18 16,-17-18-16,-19-17 15,-34 17-15,-18 1 16,17 17-1,-17 0 1,-35 0-16</inkml:trace>
  <inkml:trace contextRef="#ctx0" brushRef="#br0" timeOffset="186319.6144">14466 4234 0,'89'71'47,"-54"-36"-47,-17-17 16,-18 17-1,0-17 1,0-1-16,0 36 15,0-17-15,-18-19 16,0 19-16,-17-19 16,17 1-16,-17-18 15,0 0-15,17 17 16,18 1-16</inkml:trace>
  <inkml:trace contextRef="#ctx0" brushRef="#br0" timeOffset="187861.1441">15807 3458 0,'0'0'0,"0"35"16,0-17-16,-17 0 15,17 17-15,0 0 16,17-17 0,-17-1-16,18-17 15,17 0-15,0 0 16,1 0-1,34-17 1,36-71 0,-71-1-1,-17 54-15,0 0 16,-18 17-16,0-17 16,-18 17-1,0 1 1,1-1-16,-1 18 15,0 0 1,1 0-16,-18-18 16,17 18-1,0 0-15,1 0 32</inkml:trace>
  <inkml:trace contextRef="#ctx0" brushRef="#br0" timeOffset="188448.1978">15895 4305 0,'-17'35'0,"34"-70"0,-70 88 15,53 0-15,-17-18 16,17-17-16,0-1 16,0 19-16,0-19 15,17-17 1,19 18-16,-19 0 15,36-18-15,-17 0 16,17-18 0,-1-17-16,-16-1 0,-19-17 15,1 18-15,-18 0 16,0 0 0,0-1-16,-18 1 15,1 0-15,-19 17 16,19 18-16,-1 0 15,-17-18-15,17 18 16,1 0-16,-1 0 16</inkml:trace>
  <inkml:trace contextRef="#ctx0" brushRef="#br0" timeOffset="189112.2157">15807 5099 0,'0'0'0,"-17"53"0,-1-18 16,18-17-16,0-1 16,0 19-16,0-1 15,0-17-15,0-1 16,0 18-16,35-35 15,0 0-15,18 0 16,18 0-16,-18-35 16,53-18-16,-18 0 15,-53 36-15,-17-36 16,0 0-16,-18 18 16,0-1-1,0 1-15,-36-18 0,-34 18 16,17-1-1,-18 19-15,18 17 16,0 0-16,36 0 16,-1 0-16,-17 0 15,35 17-15,-18 1 16,18 0 0</inkml:trace>
  <inkml:trace contextRef="#ctx0" brushRef="#br0" timeOffset="189968.3784">18206 3546 0,'0'0'0,"18"36"0,0-19 31,-1 1-15,19-18-1,-1 0-15,-17 0 0,17 0 16,-17-18-16,17-17 16,-18 17-16,-17-17 15,0 0-15,0-1 16,0 19-16,-35-36 16,0 53-1,0-18-15,17 18 16,0-17-1,-17 17-15,35-18 16,-35 18-16,17 0 31</inkml:trace>
  <inkml:trace contextRef="#ctx0" brushRef="#br0" timeOffset="190634.5661">18365 4446 0,'0'0'0,"0"18"15,18 17-15,-18 0 16,18-17-16,-1 0 15,1-18-15,17 0 16,0 0-16,1 0 16,-1 0-16,-17-18 15,-1-17-15,1-1 16,-18 19-16,0-19 16,0 19-16,0-1 15,-18-35-15,-17 53 16,0-17-16,-1-19 15,-17 19-15,36-1 16,-1 18-16,1-18 16,17 1-16,-36 17 15,1 0-15,17 0 16,1 0 0,-1 0-16,0 0 15,-17 0-15</inkml:trace>
  <inkml:trace contextRef="#ctx0" brushRef="#br0" timeOffset="191464.5985">16389 3476 0,'0'0'0,"71"0"16,0 17-16,34 36 15,-34 0-15,17 0 16,36-18-16,17-17 15,-53 17-15,0-17 16,18 17-16,0 1 16,-53-19-16,0 1 15,0-1-15,35 1 16,-35-18-16,-18 18 16,-17-1-16,35 1 15,0-18-15,-36 18 16,19-1-16,-1 1 15,18 0-15,0-1 16,0-17 0,-18 18-16,-18-18 0,1 0 15,0 18-15,-1-18 32,1 0 14,17 17-30,-17-17 0,0 18-16,-1-18 15</inkml:trace>
  <inkml:trace contextRef="#ctx0" brushRef="#br0" timeOffset="192832.836">16460 3670 0,'53'0'15,"70"88"1,-17-35-16,18 0 16,-18 17-16,-1 1 15,37-18-15,-19-18 16,-52-17-16,-1-1 15,18 1-15,-35 17 16,-17-35-16,-1 18 16,18 0-16,-18-1 15,0 1-15,1-18 16,-1 18-16,0-1 16,-17-17-16,0 0 15,-1 0 157,-17-17-156,0-1-16,18-17 15,-18-1-15,35 19 16,-17-19-16,17-16 16,0 16-16,-17 1 15,0-18-15,17 18 16,-35 17-16,0 0 15,17 18-15,1-17 16,-18-1 0,0 1-16,18-1 0,-1 18 15,1-35 1,-18 17-16,18 0 16,-1 1-1,1 17 16,0 0-15,-1 0 0,1-18-16,-18 0 15,35 18 95</inkml:trace>
  <inkml:trace contextRef="#ctx0" brushRef="#br0" timeOffset="193752.2775">16125 4411 0,'17'17'16,"36"-17"-16,18 0 15,88 0-15,17-35 16,18-35-16,35 17 16,18-36-16,-35 36 15,18 1-15,-89-1 16,0 0-16,-35 35 16,-36 0-16,-17 1 15,-35-1-15,-1 18 16,19-18-16,-36 1 15,17 17-15,-17-35 16,36 35 15</inkml:trace>
  <inkml:trace contextRef="#ctx0" brushRef="#br0" timeOffset="194813.7839">16513 4552 0,'18'0'16,"-1"0"-1,89 0 1,17 0-16,-17 0 16,0 0-16,18 0 15,34 0-15,-69 0 16,-1 0-16,-18 0 15,-34 0-15,-1-18 16,0 18-16,1-17 16,17-1-16,-36 18 15,18 0-15,1 0 16,-1 0-16,18 0 16,-18 0-16,1 0 15,-1 0-15,18 0 16,-18 18-1,0-18-15,18 0 16,-18 0-16,-17 0 16,0 0-16,-1 0 93,1 0-93,17 0 16</inkml:trace>
  <inkml:trace contextRef="#ctx0" brushRef="#br0" timeOffset="195473.96">16336 4975 0,'36'0'15,"-19"-17"-15,36-1 16,53-17-16,18 17 16,70-35-16,-18-17 15,-17 17-15,-36-18 16,19 18-16,-19-17 16,-17-1-16,-18-17 15,-35 0-15,-18 35 16,18-18-16,-35 18 15,35 18-15,-36-18 16,19 18 0,-19 17-16,19 0 0,-1 1 15,0-1 1,-17 18 0,-18-18-1,17 1 1</inkml:trace>
  <inkml:trace contextRef="#ctx0" brushRef="#br0" timeOffset="196328.884">16125 5275 0,'0'0'0,"106"0"0,-1-17 15,1 17-15,-17 0 16,52 0-16,-18 0 16,1-18-16,17-17 15,-53-1-15,35-34 16,-17 17-16,-35 35 16,35-17-16,-18 0 15,-53 17 1,18 0-16,0 18 15,-18-17-15,18-19 16,-17 36-16,-1-35 16,-17 18-16,17-1 15,-18 0-15,19 1 16,17-19-16,-36 36 16,1-35-16,0 35 15,-1 0 1,1 0-1,17-18 1</inkml:trace>
  <inkml:trace contextRef="#ctx0" brushRef="#br0" timeOffset="197560.3101">19424 4446 0,'17'0'15,"54"18"-15,52-1 16,19 1-16,52 17 15,-36-17-15,-16 0 16,-19 17-16,-35-18 16,-52-17-16,-19 18 15,1-18 95</inkml:trace>
  <inkml:trace contextRef="#ctx0" brushRef="#br0" timeOffset="197990.0071">20694 4552 0,'0'0'0,"106"70"0,-18-17 16,0 0-16,18-17 16,-18-19-16,-52 1 15,-19-18-15,1 0 16,-18 18-1,-18-18-15,-17 17 16,-53 1-16,17 17 16,-17 0-16,35-17 15,0 17-15,18-17 16,0 17-16,-1-17 16</inkml:trace>
  <inkml:trace contextRef="#ctx0" brushRef="#br0" timeOffset="202073.2694">22441 4199 0,'35'0'31,"18"0"-15,-18 0-16,36-18 15,-1 1-15,1-1 16,-36 0-16,-17 1 16,-1 17-16</inkml:trace>
  <inkml:trace contextRef="#ctx0" brushRef="#br0" timeOffset="202465.8986">22599 4323 0,'0'0'0,"18"35"0,17 0 16,-17 36 0,-18-1-16,0-17 15,0 0 1,0 0-16,0-35 16,18 17 62,-1-35-63,1-18-15</inkml:trace>
  <inkml:trace contextRef="#ctx0" brushRef="#br0" timeOffset="202731.7581">22740 4605 0,'0'0'16,"53"0"-16,0 0 0,53 0 16,-53 0-16,0 0 15,-35 0-15,-1 0 16,1 0 46,0 0-62</inkml:trace>
  <inkml:trace contextRef="#ctx0" brushRef="#br0" timeOffset="203173.8352">22158 4428 0,'18'53'31,"0"-17"-31,-1 17 16,1-18-16,-18 0 16,0-17-16,0 17 15,0 0-15,0-17 32,0 17-1,0 1-16</inkml:trace>
  <inkml:trace contextRef="#ctx0" brushRef="#br0" timeOffset="203544.9235">21947 4993 0,'0'0'0,"17"0"0,54 18 15,52-1-15,71 19 16,-17-36 0,-18 0-16,-36 0 15,-35 0-15,0 0 16,-35 0-16,0 0 15,-17 0-15,-19 0 16,1 0 31,17 0-16,-17 0-15,-1 0-16,1 0 15</inkml:trace>
  <inkml:trace contextRef="#ctx0" brushRef="#br0" timeOffset="264000.4381">16001 1041 0,'18'0'16,"-18"18"0,0 17-16,0 35 15,0 1-15,0 0 16,0 52-1,0-17-15,18-18 0,-18-17 16,0-18 0,0 0-16,0 0 0,0-18 15,0 0-15,0-17 16,0 35-16,0 0 16,0-18-16,0 18 15,0-36-15,0 19 16,0-1-16,0 0 15,0-17-15,0 17 63,0-17-47,0 0-1,0-1 1,0 1-16,0-1 15,0 1-15,0 17 16,-18 1-16,18-19 16,0 1-16,-35-18 172,35-18-157</inkml:trace>
  <inkml:trace contextRef="#ctx0" brushRef="#br0" timeOffset="265546.3144">16125 882 0,'35'0'16,"0"18"-16,18-18 16,35 17-16,36 19 15,-36-19-15,18 19 16,35-19-16,-17 1 16,17-18-16,-53 0 15,18 0-15,-18 0 16,0 0-1,0-18-15,-35-17 16,-17 35-16,17 0 16,-18 0-16,0-18 15,-17 1-15,17 17 16,-17-18-16,-1 18 16,19 0-16,-1-18 31,-17 18-16,-1 0 1,1 0 0,0 0-16,17-17 15,-18 17 1,1-18 0,0 18 15,17 0-16,-17 0 17,-1 0-32,1 0 15,0 0 1,-1 0 0,1 0-1,-1 0-15,19 0 47,-19 0-31,1 0-1,0 18 63,-18-1-78,17 19 16,-17 17-16,0 0 16,0 17-16,0-17 15,0 0-15,-17 18 16,-1-1-16,-17 36 16,35-53-16,0 0 15,-18-18-15,0 18 16,18 35-16,0-35 15,-17 18-15,17-36 16,0 18 0,0 53-1,0-53-15,35 35 16,-35-53-16,18 1 16,-1-1-16,-17 0 15,0-17 79,0-1-94,18 1 62</inkml:trace>
  <inkml:trace contextRef="#ctx0" brushRef="#br0" timeOffset="266576.5741">16142 2523 0,'18'18'16,"0"-18"0,35 17-16,35 1 15,35 0-15,18-18 16,142 0-1,-125 0-15,-16 0 16,-1 0-16,-71 0 16,36-18-16,-35 18 15,-18-18-15,17 1 16,-17 17-16,0 0 16,-18 0-16,-17 0 15,17 0-15,1 0 16,-1 0-16,18 0 15,-18 0-15,-17 0 16,17 0-16,-17 0 16,17 0 77,-17 0-46</inkml:trace>
  <inkml:trace contextRef="#ctx0" brushRef="#br0" timeOffset="270577.2348">16901 1517 0,'-18'0'62,"18"-35"-62,18 35 32,0 0-32,-1 0 15,19 0 1,-19 0 0,1 0 15,-1 0-31,1 0 15,0 0-15,-1 0 16,19 0-16,-19 0 16,1 18-16,0-18 15,-18 17 17,17 1-32,1-18 15,-18 18-15,18-18 16,-18 17-16,0 1 15,17 0 1,-17-1-16,0 1 0,0-1 16,0 19-16,0-19 15,-35 1-15,17 17 32,1-35-17,-1 36 1</inkml:trace>
  <inkml:trace contextRef="#ctx0" brushRef="#br0" timeOffset="271540.1022">17166 2170 0,'17'0'110,"-17"18"-32,-17-18 62,-19 0-124,19 0 0</inkml:trace>
  <inkml:trace contextRef="#ctx0" brushRef="#br0" timeOffset="303017.7269">19830 3529 0,'17'0'16,"1"0"-16,-1 0 31,1 17-31,-18 1 16,35 0-16,1-1 15,-19-17-15,1 0 16,0 0-16,17 0 16,18-35-1,-36 17-15,-17-17 16,18 35-16,-18-35 16,0 17-16,0-17 15,0 17-15,0 0 16,-18-17-16,1 35 31,-18 0 16,17 0-16,0 0-15</inkml:trace>
  <inkml:trace contextRef="#ctx0" brushRef="#br0" timeOffset="303520.7103">19865 4499 0,'0'0'16,"17"18"-16,1 17 0,17 0 31,1-17-15,-1-18 0,0 0-16,-17 0 15,17 0-15,-17-18 16,17-17-16,-35 0 15,18 17-15,-18 0 16,0-35-16,0 36 16,0-1-16,-18-17 15,0 17-15,18 1 16,-35-1-16,18 18 16,-1-18-1</inkml:trace>
  <inkml:trace contextRef="#ctx0" brushRef="#br0" timeOffset="304248.7314">18648 3529 0,'0'0'0,"17"0"0,18 0 16,18 0-16,36 0 16,16 35-16,19-17 15,17 34-15,36-16 16,-36-19-16,35 54 16,-70-53-1,0-1-15,-36-17 0,-34 0 16,-1 0-16,0 0 15,-17 0-15,-1 0 32</inkml:trace>
  <inkml:trace contextRef="#ctx0" brushRef="#br0" timeOffset="304890.3297">18824 4464 0,'71'-36'16,"158"1"-1,-106 35-15,36 0 16,35-18-16,-17 18 16,17 0-16,-71 0 15,18-35-15,-35 0 16,-53 17-16,-18 18 15</inkml:trace>
  <inkml:trace contextRef="#ctx0" brushRef="#br0" timeOffset="305574.8644">18771 3634 0,'53'89'31,"-18"-54"-31,53 18 0,36 17 16,17 54 0,-17-53-16,34-1 15,36 1-15,-70 17 16,-36-53-16,0 18 15,-17-18-15,-53-17 16,-1 0-16,1-1 16,-18 19-16,0-19 15,17 1-15,-17 0 32</inkml:trace>
  <inkml:trace contextRef="#ctx0" brushRef="#br0" timeOffset="306465.5134">18842 4534 0,'17'0'16,"19"-17"-1,-1-19-15,35-17 16,1-17-16,17 17 16,-35 0-16,35-18 15,-35-17-15,18 18 16,-18-1-16,0 0 16,-18 19-16,-17-1 15,17-18-15,18 18 16,-36 18-16,1 17 15,17-17-15,-17 0 16,0 17-16,17 0 16,-17 1-1,-18-1-15,17 18 32,-17-18-32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09-12T08:53:34.9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6457 12597 0,'0'18'31,"0"-36"32,0-17-32,0-36-31,-18 18 0,18 0 16,-17 18-16,-1 17 15,0-17-15,1 18 16,-1-1-16,0 18 16,1 0-1,-1 0 1,1 0-16,-1 18 15,-17 17 1,17 35-16,0-34 0,18-19 16,0 1-1,0 17-15,0-17 16,0 0 0,0-1-16,0 1 15,18-1-15,35 19 16,-18-36-16,18 17 15,0 1-15,0-18 16,-18 0-16,-17 0 16,0 0-16,-1-18 15,-17 36 48,0 17-63,0 89 31,-35-71-31,-18 35 0,-18-35 16,-34-18-16,16-17 15,-34-1 1,35 1-16,-18 0 16,88-18-16,0 17 15,1-34 48,17-19-63,-35 19 15,35-18-15,0-1 16,0 1-16</inkml:trace>
  <inkml:trace contextRef="#ctx0" brushRef="#br0" timeOffset="496.0804">6775 12509 0,'17'70'15,"1"-34"-15,-18-1 16,0 0-16,0-17 16,0 35-16,0-18 15,0-17-15,0-1 16,0 1-16,0 0 16,0-1-16,-18 1 78,1-18-63</inkml:trace>
  <inkml:trace contextRef="#ctx0" brushRef="#br0" timeOffset="830.077">6775 12227 0,'17'0'63,"-17"17"-63,18 1 15,17 0 1,-35-1-16,0 1 15,18-18-15,-1 17 16</inkml:trace>
  <inkml:trace contextRef="#ctx0" brushRef="#br0" timeOffset="1591.8074">7463 12121 0,'0'-18'15,"-18"18"1,18 18-1,0-1-15,-35 19 16,-18 158 0,53-106-16,0 35 15,0-52 1,0 17-16,0 18 0,0-18 16,-18 1-16,0-54 15,1 18-15,-1-18 16,18-17-16,0-1 15,-35 1 1,17-18-16,1 0 16,-1 0-16,0 0 15,1 0-15,-1 0 16,-17 0-16,-18 0 16,0 0-16,18-18 15,-1 1-15,19-1 16,-19 0-16,19 1 15,-1-19 1,0 19-16,18-1 16,0-35-16</inkml:trace>
  <inkml:trace contextRef="#ctx0" brushRef="#br0" timeOffset="1934.6007">7057 12509 0,'70'0'47,"19"0"-32,34 0-15,-17 0 16,35 0 0,-35 0-16,-36 0 0,-17 0 15,-35 0-15,0-18 16,-1 1-16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09-12T08:54:17.1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10850 6263 0,'17'0'78,"1"0"-78,53 0 16,52 0-16,-17 0 15,35 0-15,-53 0 16,18 0 0,0 0-16,0 0 15,17 0-15,-17-17 16,0-19-16,0 36 16,0 0-16,-36 0 15,1 0-15,-18 0 16,17 0-16,1 0 15,-18-17-15,0 17 16,-18 0-16,0 0 16,18 0-16,0 0 15,-17 0-15,16 0 16,1 0-16,0 0 16,-17 0-16,-1 0 15,0 0 1,0 0-16,-17 0 0,0 0 15,17 0-15,-17 0 16,17 0 0,-17 0-1,-1 0-15,19 0 16,-19 0-16,1 0 16,-1 0-1,19 0 1,-19 0-1,1 0-15,0 0 16,-1 0-16,1 0 16,0 0-1,-1 0-15</inkml:trace>
  <inkml:trace contextRef="#ctx0" brushRef="#br0" timeOffset="9603.6043">13531 776 0,'-17'0'0,"-1"-17"15,0 17 1,1 0 0,-1 0-16,-17 0 15,0-18-15,-18 18 16,17 0-16,1 18 16,-18-1-16,18-17 15,17 18-15,1 0 16,-1 17-16,0-35 15,1 18-15,-1-1 16,0-17-16,1 18 16,17-1-1,-18 1 1,0 0-16,1-1 16,17 1-1,0 0 1,-18-1-1,18 1-15,0 0 16,-17-1 0,-1 19-1,0-36-15,18 35 16,0-18-16,-17 1 16,17 17-16,0-17 15,0 17 1,-18 1-1,18-19-15,0 19 16,0-19-16,0 1 16,0-1-1,0 1-15,0 17 16,0-17-16,18 17 16,-18-17-16,17 0 15,-17 17-15,0-17 16,0 17-16,53 0 15,-35-17-15,-1-1 16,1 1-16,0 0 16,-1 35-1,19-18-15,-1-17 16,0 17-16,1-18 16,-1 1-16,0 0 15,0-1-15,-17-17 16,0 18-16,17-18 15,-17 18-15,17-1 16,18 1-16,-18-18 16,18 18-16,0 17 15,-18-35-15,18 18 16,35-1-16,-17 1 16,35 17-1,-53-35-15,17 18 0,1-1 16,17-17-16,-35 0 15,0 0-15,0 0 16,-36-17-16,19-1 16,-1 0-16,18-17 15,-35 0-15,17 35 16,0-35-16,-17 17 16,17-17-16,-35-18 15,53 17 1,-35 1-16,17 0 15,-17-18-15,-1 18 16,1-1-16,-18 1 16,53 0-16,-36 17 15,-17-70 1,0 53-16,18-18 16,0 17-16,-18 1 15,0 18-15,0-1 16,0 0-16,0-17 15,0 0-15,0 17 16,0-35-16,0 0 16,0 36-16,-18-1 15,0-17-15,18 17 16,-35 0 0,18 1-16,-1 17 15,0-36-15,-17 1 16,0 0-16,35 0 15,-36-1-15,19 19 16,-36-1-16,18-17 16,-1 17-1,1 0-15,0 1 16,-18 17-16,0-18 16,0 0-16,0 1 15,18 17-15,-1 0 16,1-18-16,-18 1 15,36-1-15,-1 18 16,-17 0-16,-1 0 16,19-18-16,-19 1 15,1 17-15,0 0 16,17 0-16,-17 0 16,17 0-16,-35 0 15,36 0-15,-1 0 16,0 0-1,1 0 1,-18 0 0,17 17-16,-17-17 15,17 18-15,-17 0 16,-1-18 0,19 35-16,-19-35 15,19 0-15,-1 35 16,1-35-16,-19 0 31,19 0-15,-1 18-16,-17-18 15,17 17 1</inkml:trace>
  <inkml:trace contextRef="#ctx0" brushRef="#br0" timeOffset="14587.668">16848 1447 0,'159'17'32,"-124"1"-32,0 0 15,1-1-15,-19 19 16,-17-1-16,18 0 16,-18 0-16,0 1 15,0-19-15,0 1 16,0 17-16,0 1 15,-35-19 1,-1 19-16,-17-19 16,1 1-16,16-1 15,1-17-15,-18 0 16,35 0-16,1 0 16,-1 0-1,0-17 63</inkml:trace>
  <inkml:trace contextRef="#ctx0" brushRef="#br0" timeOffset="15147.2975">17289 1482 0,'0'0'0,"-35"0"0,0 0 15,-18 0-15,17 35 16,36-17-16,-35 17 16,35 36-16,-18-36 15,18 18-15,0-35 16,0-1-16,0 1 16,0 0-16,18-18 15,0 17 1,-1-17-16,1 18 15,17-18-15,-17 18 16,0-18-16,-1 0 31,1 0-31,-1 0 16,1 0 0,17 0-1,1 0 1</inkml:trace>
  <inkml:trace contextRef="#ctx0" brushRef="#br0" timeOffset="15707.7925">17307 1288 0,'0'0'16,"53"18"-16,-18-18 15,0 0-15,1 17 16,-19 1-16,1-18 16,-1 18-16,-17-1 31,0 1 0,-17-18-15,-1 17-1,1 1-15,-1-18 16,-17 18-16,35-1 16,-18 1-16,36-18 62,-1 0-62,36 0 16,0 0-16,0 0 15,-18-18-15,-17 18 16,17-17-16,-17 17 16,0 0-16</inkml:trace>
  <inkml:trace contextRef="#ctx0" brushRef="#br0" timeOffset="16099.4333">17942 1694 0,'18'0'47,"17"0"-47,0 0 15,0 0-15,-17 0 16,0 0-16</inkml:trace>
  <inkml:trace contextRef="#ctx0" brushRef="#br0" timeOffset="16388.4832">17995 1553 0,'0'0'0,"0"53"0,0 17 15,0-52-15,-18 35 16,18-18-16,-17-17 15,17-1-15,0 19 32,-18-19-32,18 1 47,18-18-32</inkml:trace>
  <inkml:trace contextRef="#ctx0" brushRef="#br0" timeOffset="17015.4153">18295 1570 0,'0'53'15,"0"-18"1,0 18-16,0-17 16,0 17-1,35-53 32,-17 0-47,17-18 16,-17-35-16,17 18 15,-18-1-15,19 1 16,-36-18-16,0 18 16,35 35-1,-35-18-15,18 1 16,-18 34 31,0 124-32,0-52-15,-18-36 16,-17 0-16,17-18 16,-35 18-1,36-18-15,-19 0 0,-17 1 16,18-36-16,0 35 15,17-17-15,-17-1 16,17-17-16,-17 0 16,0 0-1,17-17 32</inkml:trace>
  <inkml:trace contextRef="#ctx0" brushRef="#br0" timeOffset="17677.5121">18771 1341 0,'18'18'16,"-1"-18"-16,-17 17 15,18 18-15,0-17 47,-18 0-31,0-1-16,0 1 15,0 0 1,0-1 15,0 1 16,17-18-16,19 0-15,-1 0-16,0-18 16,-35 1-1,18-1-15,-1 0 16</inkml:trace>
  <inkml:trace contextRef="#ctx0" brushRef="#br0" timeOffset="18092.6386">19300 1711 0,'36'0'31,"-19"0"-15,1 0-1,17 0-15,-17 0 16,-1 0-16,1 0 15,0 0-15,-1 0 16</inkml:trace>
  <inkml:trace contextRef="#ctx0" brushRef="#br0" timeOffset="18460.8482">19353 1870 0,'18'0'31,"0"0"-15,17 0-1,-18 0 1,1 0-16,0 0 16,-1 0-16,-17-17 31,36-1 16,-36 0-47</inkml:trace>
  <inkml:trace contextRef="#ctx0" brushRef="#br0" timeOffset="19116.1016">19971 1447 0,'0'35'16,"17"18"-1,-17 0 1,0 35-16,0 18 0,0-35 16,0-19-16,0 1 15,0 0-15,0-17 16,0-1-16,0-17 15,0 52 1,-17-52-16,17-1 16,0 1 124</inkml:trace>
  <inkml:trace contextRef="#ctx0" brushRef="#br0" timeOffset="30286.1576">11626 7569 0,'18'17'47,"70"1"-47,71 17 15,158 36-15,107 35 16,70-89-16,70-17 16,18 0-16,1 0 15,-19 0-15,-176 0 16,-123-17-16,-71-36 16,-106 18-16,-70 17 15,-1 0-15,-17-17 31</inkml:trace>
  <inkml:trace contextRef="#ctx0" brushRef="#br0" timeOffset="42132.3255">1394 8363 0,'17'0'31,"1"17"-31,17 1 16,18 0-1,35-18-15,54 0 16,34 17-16,36 19 16,52-36-16,-17 0 15,36 0-15,-36 17 16,-89 1-16,1-18 15,-35 0-15,-54 0 16,1 0-16,-18 0 16,17 0-16,-17 0 15,0 0-15,0 0 16,0 0-16,35 0 16,-17 0-16,-18 18 15,17-18 1,18 0-16,-17 0 15,35 0-15,-53 0 16,-18 0-16,0 0 16,18 0-16,0 0 15,18 0-15,-54 0 16,36 0-16,-35 0 47,0 0-32,17 0 48,-17 0-47,-1 0-16,1 0 15,-1 0 1,1 0-16,0 0 0,17-18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09-12T08:55:08.5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6633 3564 0,'-17'18'63,"-1"-18"-47,0 0-1,1 0 1,-1-18-16,-35 0 15,18 18-15,-18 0 16,0 0-16,0 0 16,0 0-16,-17 0 15,-19 18-15,19-18 16,35 18-16,-1-18 16,19 17-16,-19-17 15,19 0-15,-1 18 31,0-18-31,1 0 0,-1 0 16,1 17-16,-1 1 16,0 0-16,-17-1 15,35 1-15,-18 0 16,-35-1-16,36 1 16,-1 0-16,-35 17 15,36 18-15,-36-18 16,53 0-16,-18 18 15,18-17-15,0-1 16,0 0-16,0 0 16,0-17-1,0 0-15,18-1 16,-1 1-16,19 35 16,-1 0-16,18 0 15,0 0-15,17-18 16,-34-35-16,-1 35 15,18-17-15,-18 17 16,18 1-16,-18-1 16,1-18-16,-1 19 15,0-19-15,18 1 16,-35 0-16,17-18 16,0 0-16,-17 0 15,0 0-15,17 17 16,-35 1-16,17-18 15,19 0 17,-19 0-17,1 18-15,0-18 16,35 0-16,17 17 16,36 1-16,0 0 15,-53-18 1,35 0-16,-17 17 15,-19-17-15,19 0 16,-18 0-16,0 0 16,0 0-16,-18 0 15,0-17-15,18-1 16,-17-17-16,-19-1 16,36 19-16,0-1 15,-35 0-15,17 18 16,0-17-16,-17 17 15,0-36-15,35 19 16,-36-18-16,1 17 16,17 0-16,-17 1 15,17-1-15,-17 0 16,17 1 0,0-1-16,1 0 15,-1-17 1,-35 0-16,0 0 15,17-18-15,1 17 0,-18 19 16,0-1-16,0 0 16,0 1-1,0-1-15,0-17 16,0 0-16,0-18 16,-18 17-16,-34 1 15,16-18-15,-17 18 16,-17-18-16,-1 18 15,-17 17-15,35-17 16,-35-1-16,0 19 16,-18-19-16,18 19 15,-36-18-15,53 17 16,1 0-16,17 18 16,0 0-16,18-17 15,0-19-15,17 36 16,0 0-16,1 0 15,-19 0-15,1-17 16,0-1-16,17 18 16,0 0-16,-17 0 15,18 0-15,-1 0 47</inkml:trace>
  <inkml:trace contextRef="#ctx0" brushRef="#br0" timeOffset="9263.6584">19036 10586 0,'35'0'16,"0"-18"0,1 18-1,16 0-15,19 0 16,-18 0-16,35 0 16,-17 0-16,35 0 15,52 0-15,-17 0 16,-17 0-16,35 0 15,-18 18-15,-18-1 16,1-17-16,-54 0 16,1 0-16,17-35 15,0 17-15,1 18 16,-36 0-16,17 0 16,1 0-16,17 0 15,18 0-15,0 0 16,17 0-16,-35 0 15,36 0-15,-18 0 16,-18 0 0,-18 0-16,1 0 15,-36 0-15,18 0 16,-35 0-16,-1 0 16,1 0-1</inkml:trace>
  <inkml:trace contextRef="#ctx0" brushRef="#br0" timeOffset="11304.6848">1641 10745 0,'53'17'16,"17"-17"-16,-17 18 15,71-1-15,-1 1 16,36-18-16,17 18 15,-35-18-15,18 0 16,18 17-16,-19 1 16,1-18-16,-18 0 15,36 0-15,-36 0 16,0 0-16,0 18 16,0-18-16,53 0 15,-53 0-15,18 0 16,0 0-16,-35 0 15,-1 0-15,-35 0 16,36 0-16,-36 0 16,-53 0-16,18 0 15,-18 0-15,18 0 16,0 0-16,-17 17 16,16 1-16,19-18 15,35 18 1,-36-1-16,54 19 0,-18-19 15,-18 19-15,36-36 16,-1 0-16,-35 0 16,36 0-1,-36 0-15,0 0 16,0 0-16,-35 0 16,-17 0-16,-1 0 15,-18 0-15,1-18 16,17 18-1,1-18-15,-1 1 16,0 17 0,1 0-16,-19 0 15,1 0-15,-1-18 16,1 18-16,0 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09-12T09:20:05.7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1552 3634 0,'0'-17'16,"-17"17"-1,-1 35 1,1 0 0,-1 18-16,-17 36 15,-1-37-15,36 19 16,-35-18-16,17 35 15,1-35-15,-1 18 16,18-36 0,0 0-16,0 1 15,-17-19-15</inkml:trace>
  <inkml:trace contextRef="#ctx0" brushRef="#br0" timeOffset="9336.4079">5592 5505 0,'18'0'31,"0"0"-31,17 0 16,18 0-16,0 17 16,0 1-16,35 0 15,18-18-15,53 0 16,-1 0-16,-16 0 15,52 0-15,-18 0 16,0 0-16,36 0 16,-71 0-16,0 0 15,-17 0-15,-36 0 16,-35 0-16,0 0 16,-18 0-16,18 0 15,0 0-15,-18 0 16,36 0-1,0 0-15,-18 0 16,17 0-16,1 0 16,-18-18-16,52 0 15,-69 1-15,-19 17 16,36 0-16,0-18 16,-18 0-16,18 18 15,-17 0-15,-1 0 16,0 0-16,-17 0 15,17 0-15,-17 0 16,-1 0-16,19 0 16,-1 0-16,0 18 15,1 0-15,-1-18 16,0 0-16,36 17 16,-36 1-16,-17-18 15,17 0-15,-17 0 16,35 0-16,-18 0 15,0 0-15,0 0 16,-17 0 0,17 0-16,1 0 15,-1 0 1,0 0-16,0 0 16,1 0-16,-19 0 15,19 0-15,-19 0 16,19 0 31,-19 0-47,1 0 15,17 0 1</inkml:trace>
  <inkml:trace contextRef="#ctx0" brushRef="#br0" timeOffset="11577.6489">11167 5469 0,'18'0'31,"17"0"-15,1 0 0,-19 0-16,18 0 15,36 0-15,17-17 16,18 17-16,18 0 15,17 0-15,18 0 16,-18 0-16,35 0 16,-17 0-16,-36 0 15,1 0-15,17 0 16,18 0 0,-36 0-16,-17 0 15,18 0-15,52 53 16,-35-18-16,-17-35 15,17 0-15,-18 0 16,-17 0-16,0 0 16,-18 0-16,-35 0 15,-18-18-15,18 18 16,0 0-16,-35 0 16,17 0-16,0 0 15,-17 0-15,17 0 16,1 0-1,-19 0 1,36 0-16,0 0 16,0 0-16,0 0 15,53 0-15,-53 0 16,0 0-16,-18 0 16,18 0-16,-18 0 15,-17 0 1</inkml:trace>
  <inkml:trace contextRef="#ctx0" brushRef="#br0" timeOffset="19496.5405">1023 5946 0,'0'-36'15,"0"19"1,0-1 0,36 18 31,-36-18-32,17 18-15,1 0 16,17 0-16,18 0 15,0 0-15,0 0 16,-18 0-16,-17 0 16,17 0-16,-17 0 15,-1 0-15,1 0 16,-18 18-16,0 0 16,0 17-16,18-17 15,-1-1-15,-17 36 16,18 0-16,-18 0 15,0 0-15,0 0 16,0-18-16,0-17 16,0 0-1,0-1-15,-18-17 16,1 0-16,-19 0 0,19 0 16,-1 0-1,-35 18-15,18 17 16,0-35-16,-1 0 15,1 0-15,17 0 16,1 0-16,-1 18 16,53-18 77,71 0-77,35 0-16,0 0 16,18 17-16,-53 1 15,-53 0-15,18-1 16,-54-17 46</inkml:trace>
  <inkml:trace contextRef="#ctx0" brushRef="#br0" timeOffset="42688.5767">11591 9033 0,'17'0'31,"19"0"-16,-19-17-15,19-19 16,34 19-16,18-1 16,-52 18-16,-1 0 15,0 0-15,18 0 16,0 0-16,-53 18 16,18 17-16,-18 0 15,0 0-15,0 18 16,-36 0-16,1 18 15,0-53-15,17 17 16,1-18-16,-19 1 16,19-18-16,17 18 78,17-18-16,1 0-62,17 0 32,-17 0-17,-18-18-15,35 18 31,-17 0 16,-1 0-47,19 0 16,-1 0-16,0 0 16,1 0-16,-1 0 15,-17 0-15</inkml:trace>
  <inkml:trace contextRef="#ctx0" brushRef="#br0" timeOffset="43854.4732">12473 8857 0,'0'-18'15,"0"0"-15,-18 1 16,18-1 0,-17 18-16,17-35 15,-36 0 1,19 17-16,-1-17 16,18 17-16,-18 18 15,1-35-15,-19 17 16,19 18-1,-18 0 1,17 0 0,0 18-16,1 17 15,-1 36-15,18-18 16,0-1-16,18 1 16,17 18-16,0-36 15,-17 1-15,17-1 16,-35 0-16,18-35 31,-18 18-15,-18-18 46,0 0-31,1 0 32,-1-18-47,18 0-16,0 1 15,0-18-15,0-1 16,0 19-16,0-1 15,0 0 48,18 1-32,-1 17-31,19-18 16,-1 18-16,-35-18 15,18 18-15,17-17 16,-17 17-16,-1-18 16,1 18 15,0-18-31,-1 1 31,1-1 16</inkml:trace>
  <inkml:trace contextRef="#ctx0" brushRef="#br0" timeOffset="56696.7467">19530 7975 0,'17'0'47,"19"0"-31,-1 0-16,18 0 15,-36 0-15,1 0 16,17 0-16,-17 0 15,0 0-15,-1 0 110</inkml:trace>
  <inkml:trace contextRef="#ctx0" brushRef="#br0" timeOffset="57296.338">19459 8063 0,'0'0'0,"0"53"0,0 0 15,0 0-15,0 0 16,0-1-16,0-16 16,0-1-16,-18-17 15,1 35-15,-1 0 16,1-1-16,-1-16 16,18-19-16,0 19 15,-18-1-15,1-17 16,17 17 31,35-17-32,-17-18 1,34 0 0,-16 0-16,-1 17 15,-17-17-15,-1 0 16,1 0-16,0 0 15,-1 0 1,1 0-16,-1 0 16,1 0-16,0 0 15,17 0 1,-35-17 0</inkml:trace>
  <inkml:trace contextRef="#ctx0" brushRef="#br0" timeOffset="57857.8825">20041 8275 0,'-17'17'16,"17"36"-16,0 0 15,0-18-15,17 1 16,19-19-16,-19 1 16,18-18-16,1 0 15,-19 0-15,19 0 16,-1 0-16,18 0 16,-18 0-16,-17-18 15,-18-17-15,17 17 16,-17-17-16,0 0 15,0-1-15,-35 19 16,-18-18-16,0 17 16,36-17-16,-1 35 15,0-18 63,1 18-62</inkml:trace>
  <inkml:trace contextRef="#ctx0" brushRef="#br0" timeOffset="58240.6748">20800 8733 0,'0'18'0,"0"0"16,0 17-16,0 0 15,-53-17 17,18-1-32,35 1 0,-18-18 15</inkml:trace>
  <inkml:trace contextRef="#ctx0" brushRef="#br0" timeOffset="59104.9581">21241 8239 0,'18'0'31,"-1"0"-31,18 0 16,18 0-16,-17 0 15,-19 18-15,1 0 16,0-18-16,-1 17 16,-17 1-16,0-1 15,0 1 1,-17 0-16,-1-1 15,0 1 1,1 17-16,-1 1 16,0-19-16,1 1 15,-1-18-15,18 18 16,35-18 62,1 0-78,-1 0 16,0 0-16,-17 0 15,0 0 79</inkml:trace>
  <inkml:trace contextRef="#ctx0" brushRef="#br0" timeOffset="59616.7552">21894 8169 0,'-36'17'16,"36"36"-1,0 0-15,-17 0 16,17 0-16,0 0 16,0-35-16,0 17 15,17-17-15,1-1 16,0 1-16,-18-1 16,17 1-16,1 0 15,-18-1-15,0 36 16,0-35-16,0 0 15,0-1 1,-18 1 0,1-18-1,-1 0 1,0 0 62,1 0-62</inkml:trace>
  <inkml:trace contextRef="#ctx0" brushRef="#br0" timeOffset="59977.1577">21929 8327 0,'18'0'31,"-1"0"-15,1 0-1,0-17 1,17 17 0,-18 0-1,1 0 1,0 0-16</inkml:trace>
  <inkml:trace contextRef="#ctx0" brushRef="#br0" timeOffset="60601.0301">22299 8133 0,'0'53'16,"0"71"-1,0-36 1,18-35-16,17 0 16,-35-18-16,36-17 15,-19 17-15,1 0 16,-18-17 0,0 0-1,18-1-15,-18 1 16,-18-18 62,0 0-47,-17 0-31,17 18 16,-17-1-16,0-17 31</inkml:trace>
  <inkml:trace contextRef="#ctx0" brushRef="#br0" timeOffset="61016.106">22282 8327 0,'17'0'16,"19"0"0,-1-17-1,-17 17 32,-1 0-31,1 0-1,0 0 1,-1 0 15</inkml:trace>
  <inkml:trace contextRef="#ctx0" brushRef="#br0" timeOffset="62128.4284">22723 7904 0,'17'0'62,"1"0"-46,0 0 0,-1 0-16,1-18 15,17 18-15,-17 0 16,0 0-16,17 0 16,-17 0-16,17 18 15,-18 0 1,19-1-16,-19-17 15,-17 18 1,18-18-16,-18 18 16,18-1 15,-1 1-15,-17 0-1,0-1 1,0 1-1,0-1-15,0 19 16,0 17 0,0-18-16,0 18 15,0 0-15,0 0 16,0-18-16,0 18 16,0-35-16,0 35 15,0-1-15,0 1 16,18 0-16,0-35 15,-18 0-15,0-1 16,17 19 15,-17-19 16,0 1-31,0-1 15,0 1-15,0 0-16,0-1 15,-17-17 1,-1 0-16,0 18 16,1-18-16,-1 0 15,0 0-15,-35 0 16,18 0-16,-18 0 15,0 0-15,36 0 16,-1 0-16,0 0 16,-35 18-16</inkml:trace>
  <inkml:trace contextRef="#ctx0" brushRef="#br0" timeOffset="81185.6963">20800 10056 0,'18'0'31,"-18"18"-15,35 35-16,18 18 15,35 34-15,-18-34 16,36 17-16,-53-35 15,-35 0-15,-18-35 16,0 17-16,-18-35 16,1 18-16,-19-18 15,-17 17-15,0-17 16,18 18-16,-18 17 16,18-35-16,35 18 31,0 17-16,0-17-15,35 35 16,1-18 0,-1-17-16,-18 17 15,1-35-15,-18 18 16,0-1 0,0 1-16,0 0 15,0-1-15,-18 1 16,1 0-1,-1-18-15,18 35 16,-17-35-16,-1 0 16,0 0 15,1 0-15,-1 0-16,-17 0 15,-1 0 1</inkml:trace>
  <inkml:trace contextRef="#ctx0" brushRef="#br0" timeOffset="81824.169">21576 10639 0,'-35'17'16,"0"107"0,17-71-16,18 0 15,0-18-15,0 0 16,0 1-16,18-36 15,-1 0-15,18 0 16,1 0 0,34-18-1,-52-35-15,0 18 16,-1-36-16,-17 1 16,0 34-16,0 1 15,0 0-15,0-1 16,0 19-16,-35-19 31,0 19-15,-1-1-1,19 18 1,-1 0 0,0 0-16</inkml:trace>
  <inkml:trace contextRef="#ctx0" brushRef="#br0" timeOffset="82424.7445">22017 10674 0,'18'35'15,"-18"1"-15,0-19 16,17 1-16,-17 17 15,18-17-15,-18 17 16,18 0 0,17 18-16,-17-17 0,-1-1 15,19 0-15,-19-17 16,18-1-16,18-17 16,0 0-16,18-35 15,-18-35-15,-18-36 16,0 17-16,1 19 15,-36-1 1,0 18-16,0-17 16,0 35-16,-18 17 15,0-17-15,-17 35 16,17-18-16,-17 0 16,18 18-16,-19 0 15,1 0 1,0 0-16,-1 0 15,1 18-15,-18 0 16,0-18-16,0 17 16,36-17-16,-1 18 47</inkml:trace>
  <inkml:trace contextRef="#ctx0" brushRef="#br0" timeOffset="118561.5108">20994 12280 0,'18'0'16,"-1"0"-1,1 0 1,17 0-16,0-18 16,1 18-16,-19-18 15,-17 1-15,18-19 0,17 19 16,1-19-1,-4112-34 1,8152 35-16,-4076-1 16,-18 1-16,-35 35 15,18-18-15,17 18 16,0 0-16,-17 0 16,-35 18-16,17 53 15,0 34-15,35-34 16,0-36-16,18 18 15,0 0-15,0-18 16,0 1-16,18-19 16,-18 1-16,18-18 15,-1 18-15,1-18 16,17 0-16,1 0 31,34 0-31,-17 0 0,0 0 16,-18-18-16,18 18 15,-18 0 1,1 0-16,-19 0 0,1 35 16,17-35-16,-17 18 47,0-18-32,-1 0 1</inkml:trace>
  <inkml:trace contextRef="#ctx0" brushRef="#br0" timeOffset="119240.1945">21629 11997 0,'0'36'15,"0"16"-15,0 1 16,0 18-16,0-18 16,-18 35-16,1-35 15,17-18-15,0-17 16,0-36 46,0-17-46,0 0-16,0-18 16,0 0-16,17 0 15,-17 35-15,18 1 16,-18-19-16,0 19 16,35-1-1,-35 0-15,18 18 16,0 0-16,-1 0 15,19 0 1,-19 0 0</inkml:trace>
  <inkml:trace contextRef="#ctx0" brushRef="#br0" timeOffset="119671.7966">21982 12050 0,'0'0'0,"18"18"0,-1 17 16,-17 53 0,0-70-1,0 17-15,0 18 0,-17-35 16,17-36 78,0-35-94,35 0 15,0 0-15,-17 18 16,17 17-16,0 1 15,1-1-15,-19 1 16,1 17-16,-1 0 16,19 0 15,-1 0 0</inkml:trace>
  <inkml:trace contextRef="#ctx0" brushRef="#br0" timeOffset="120040.9362">22476 12156 0,'0'0'0,"0"35"16,17 1-16,-17 17 0,0-1 15,18-16 1,-18-1-1,0-17-15,0-1 0,35-17 16,1 0-16,-19 0 16,19-17-1,-1-19-15,0 1 16,0-18-16,-35 0 16,0 18-16,0 0 15,0-1-15,0 1 16,-35 0-16,18 17 15,-1 1-15,0 17 16,1 0 0,-1 0-1,0 0 1,18 17 0</inkml:trace>
  <inkml:trace contextRef="#ctx0" brushRef="#br0" timeOffset="120418.9024">22970 12138 0,'0'0'0,"0"53"0,0-17 15,0 17-15,0-1 16,0-34-16,0 17 16,0-52 46,17-19-46,1 1-1,35 0-15,-18 0 16,1-1-16,-1 19 16,18 17-16,-18 0 15,-17 0-15,-1-18 32</inkml:trace>
  <inkml:trace contextRef="#ctx0" brushRef="#br0" timeOffset="131100.0865">21400 13532 0,'-18'0'16,"0"18"-16,-17 35 15,17 17-15,18 1 16,0 35-16,0-36 15,0-17-15,0 0 16,0-18-16,0-17 16,0 17-16,0-17 15,0 0 1,-17-1-16</inkml:trace>
  <inkml:trace contextRef="#ctx0" brushRef="#br0" timeOffset="133537.5485">21100 13532 0,'17'0'16,"1"0"-16,0 0 15,-1 0 1,1 0-16,0 0 15,-1 0 1,1 35 0,-18-17-1,0 35-15,0-35 16,0 35-16,0-18 16,0-17-1,-18 52 1,1-52-16,-19 17 15,19-17-15,-1-1 16,0 1-16,1 0 31,17-1 16,0 19-16,17-36-15,19 0 0,-1 0-16,-17 0 15,35 0-15,35 0 16,-18 0-16,1 0 16,17 0-16,-17 0 15,-18 0-15,-18 0 16,-17 0 46,-1 0-46,1-18-16,-1-17 16</inkml:trace>
  <inkml:trace contextRef="#ctx0" brushRef="#br0" timeOffset="133923.2685">21876 13550 0,'0'0'0,"-18"70"16,1 19-1,17 175-15,0-193 16,0-1-16,17 1 15,1-36-15,-18-17 16,0 0 0,0-1-1,-18-17-15,1 18 16,-36-1-16,0-17 16,18 18-16,17-18 15,0 0 79,18-18-78</inkml:trace>
  <inkml:trace contextRef="#ctx0" brushRef="#br0" timeOffset="135265.0865">20959 13744 0,'35'0'15,"18"0"-15,17 0 16,107 35-16,52 0 15,-17 1-15,-36-19 16,1 1-16,-89-18 16,-53 0-16,-52 0 62,-19 0-62,-52 0 16,-53 18-16,0-18 15,-36 0-15,19 0 16,34 0-16,36 0 16,53 17-16,52-17 31,1 0-15,17 0-1,36 0-15,17 0 16,18-17-16,35-1 15,0 0-15,0 18 16,-35 0-16,-35 0 16,-36 0-16</inkml:trace>
  <inkml:trace contextRef="#ctx0" brushRef="#br0" timeOffset="135881.2997">21064 14626 0,'18'0'16,"35"-18"-1,35 18 1,-70-17-16,-18-1 16,35 18-16,-17 0 15,-1 35 1,1-35-16,-18 18 16,0 17-16,-18 1 15,-17 17-15,18-1 16,-1-16-16,0-36 15,18 35-15,0-17 16,0 17 15,18-35 1,0 0-32,-1 0 15,18 0-15,1-35 16,-19 17-16,-17 0 15,36 18-15,-36-35 16,17 35 0,-17-35-16,18 0 15,0 35-15</inkml:trace>
  <inkml:trace contextRef="#ctx0" brushRef="#br0" timeOffset="136274.8243">21682 14450 0,'0'0'0,"0"35"15,0 53-15,0-17 16,0-18-16,0 17 16,0-35-16,0 1 15,0 17-15,0-18 16,18-17-16,-18-1 15,0 1 48,-18-18-63,0 0 31,-35 0-31,0 0 16,36 0-16,-18 0 47,35-35-32,0 17 1,0-17-16</inkml:trace>
  <inkml:trace contextRef="#ctx0" brushRef="#br0" timeOffset="136489.7441">21629 14608 0,'18'0'16,"17"0"0,36 0-16,52 36 15,-88-36-15,18 0 16,-17 0-16,-19 0 15,1 17 1</inkml:trace>
  <inkml:trace contextRef="#ctx0" brushRef="#br0" timeOffset="136852.9841">22194 14608 0,'0'0'16,"0"71"-16,-36-18 0,19 0 15,-1 17-15,18-17 16,0-35-16,0 17 16,0 1-16,0-1 15,0-18-15,0 1 16,0 0-16,0 17 15,-35-17 1,17-18 62,0 0-47,1-18-15</inkml:trace>
  <inkml:trace contextRef="#ctx0" brushRef="#br0" timeOffset="137114.7138">22229 14697 0,'0'0'15,"35"0"-15,18 0 0,-18 0 16,-17 0-16,35 0 16,-35 0-16,-1 0 15,1 0-15,-1 0 16,36 0-1,-17-18-15,-1 18 16,-35-18-16,18 1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09-12T09:22:44.8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935 3634 0,'18'0'62,"17"0"-62,141 89 32,-34-36-32,-19-18 15,-35 0-15,0-17 16,-52-18-16,-19 0 15,1 17-15,-18 1 16,0 0 0,0-1-16,0 1 15,-18 17-15,-17 1 16,-18-19-16,0 19 16,-53-1-16,-17-35 15,-1 0-15,-17 0 16,71 0-16,34 0 15,36 17 32,18 1-47,35 17 16,35 1-16,-17-1 16,35 0-16,-53 1 15,-1-1-15,-34 0 16,-18 0-16,0-17 15,0 0-15,0-1 16,0 1 0,0 0-16,-35 35 15,0-36-15,-18 1 16,-36 17-16,36-35 16,1 18-16,-1-18 15,0 0-15,-18 0 16,36 0-16,0 0 15,17 17-15,0-17 16</inkml:trace>
  <inkml:trace contextRef="#ctx0" brushRef="#br0" timeOffset="18256.8721">2046 6510 0,'36'0'31,"-1"0"-31,36 0 16,-18 0-16,70 0 15,18 0-15,0 0 16,18 0-16,-18 0 16,53 0-16,-35 0 15,-35 0-15,17 0 16,-18 0-16,-35 0 15,-17 0-15,0 0 16,-19 0-16,1 0 16,0 0-1,-17 0-15,-19 0 16,19 0 0,-19 0-1,18 0-15,1 18 16,-19-18-16,19 0 15,-19 0 1,1 0 31,0 0-31,-1 0-16,1 0 15,-1 0-15,19 0 16,-1 0-16,-17 0 15,-1 0 17,19 0-17,-36-18-15,17 18 16,19 0 0,-19 0-1,1 0-15,17-17 141</inkml:trace>
  <inkml:trace contextRef="#ctx0" brushRef="#br0" timeOffset="19968.8299">10373 6634 0,'0'17'31,"18"-17"-15,0 0-1,17 0-15,36 0 0,-36-17 16,53 17-16,53 0 15,-53 0 1,36 0-16,17-18 0,-35 18 16,-18-18-16,-17 18 15,35 0-15,-36 0 16,1 0-16,35 18 16,-36-18-1,1 0-15,-18 18 16,35-1-16,-35-17 15,17 18-15,-17 0 16,0-18-16,-18 0 16,1 0-16,-1 0 15,18 0-15,-18 0 16,-17 0-16,0 0 16,-1 0-16,36 0 15,-18 0-15,1 0 16,17-18-16,-18 0 15,0 18-15,0 0 16,1 0-16,-1 0 16,0 0-16,-17 0 15,17 0-15,-17 0 16,-1 0 0,19 0-16,-19 0 15,1 0-15</inkml:trace>
  <inkml:trace contextRef="#ctx0" brushRef="#br0" timeOffset="26001.4765">7163 17643 0,'17'0'47,"19"0"-47,-1 0 16,0 0-16,0 0 15,107 0 1,-54 18-16,-18 17 16,1-35-16,17 18 15,-17-1-15,-1-17 16,-17 0-16,0 0 16,-18 0-16,1 0 15,-1 0-15,18 0 16,0 0-16,35 0 15,-35 0-15,17 0 16,-17 18-16,0-1 16,-17-17-16,-19 0 15,1 0-15,0 0 16,-1 0 0,1 0-16,-1 0 15,1 0-15,0 0 16,17 0-1,0 0 1,1 0-16,17 0 0,-18 0 16,0-17 46,-17 17-46,17 0-1,36 0 1,-36 17 0,0-17-16,0 0 0,1 0 15,-1 0-15,-17 0 16,-1 0-16,19-17 16,-19 17-16,1-18 15,17 18-15,18 0 16,0 0-16,-18 0 15,1 0-15,17 0 16,-36 0-16,1 0 16,17 0-16,36 0 15,-18-17-15,-18 17 16,0 0-16,0 0 16,1 0-16,17 0 15,-36 0-15,36 0 16,0 0-16,0 0 15,18 0-15,-18 0 16,35 0 0,-18 0-16,-17 0 15,0 0-15,0 0 16,0 0-16,0 0 16,0 0-16,-18 0 15,18 0-15,0 0 16,-35 0-16,-1 0 15,1 0-15,17 0 16,18 0-16,-35 17 16,17 1-16</inkml:trace>
  <inkml:trace contextRef="#ctx0" brushRef="#br0" timeOffset="27177.8349">8821 18208 0,'0'35'15,"0"35"17,0-34-32,-18-19 15,1 19-15,-1-19 16,0 1-16,18-36 62,0 1-46,0-1-16,0-35 16,36-18-16,-1 54 15,18-36-15,-18 35 16,18 1-16,-18-1 15,1 18-15,-19 0 16,19 0 31,-36 18-31,0 17-16,35 0 15,-35-17-15,0-1 16,0 1-16,0 0 15,0-1-15,0 1 16,0 17 0,18-35 62,-1-17-63,1-1-15,-1 18 16,36-35-16,0 35 16,0-18-16,0 0 15,-18 18-15,-17 0 32,0 0-17,-1 0 16,-17 36-31,0-19 16,18 1 0,-18 0-16,0 17 15,18-17-15,-18 17 16,0-17-16</inkml:trace>
  <inkml:trace contextRef="#ctx0" brushRef="#br0" timeOffset="27830.1279">9985 18208 0,'-17'0'0,"-1"-18"16,0 18-16,-17 0 31,17 0-31,-17 0 16,18 0-16,-36 35 15,-18 18-15,53-35 16,18 52-1,0-52-15,0 0 16,0-1-16,18 1 16,0-18-16,-1 0 15,1 0-15,0 0 16,17-35-16,-35-18 16,18 17-16,-18-17 15,0 18-15,0 0 16,0 17-16,0 54 62,0 16-46,17-16-16,1-1 16,-1-35 15,1 18 0,0-18 32</inkml:trace>
  <inkml:trace contextRef="#ctx0" brushRef="#br0" timeOffset="28257.3347">10215 18172 0,'0'36'16,"0"34"-16,-18 1 16,0-1-16,1 1 15,-1-18-15,18 17 16,-18-17-16,-17-17 16,0-1-1,35-18-15,0 19 16,0-19-1,0 1 1,0 17 0</inkml:trace>
  <inkml:trace contextRef="#ctx0" brushRef="#br0" timeOffset="28824.2802">10321 18119 0,'0'0'0,"35"0"16,-18 0-16,1 0 16,0 0-16,-1 36 15,1-36-15,0 17 16,-18 19 0,17-19-1,-17 1-15,18-1 16,-18 36-16,0-35 15,0 0-15,0-1 16,0 1 0,-35-18-1,17 0 1,-17 0 0,-1 0-16,-16 0 15,-37 0-15,54 0 16,-18 0-16,0 0 15,36 0 48</inkml:trace>
  <inkml:trace contextRef="#ctx0" brushRef="#br0" timeOffset="43985.4912">11538 17961 0,'17'0'47,"19"0"-32,70 0 17,-18 0-32,-18 0 0,1 0 15,17 0-15,18 0 16,-18 0-16,18 0 16,0 0-1,0 0-15,-36 0 0,1-18 16,17 18-1,18 0 1,-71 0-16,1 0 16,-1 0-16,0 0 15,0 0-15,1 18 16,17-18-16,0 0 16,-1 0-16,19 0 15,0 0-15,-1 0 16,1 0-16,-18 0 15,0 0-15,-18 0 16,18 17-16,0 1 16,0-1-16,17 1 15,-17 0-15,18-18 16,-18 0-16,158 0 31,-87 0-31,-18 0 0,0 0 16,-36 0-16,1 0 15,-1 0-15,1 0 16,-18 0-16,0 0 16,0 0-1,-18 0-15,35 0 0,19 0 16,-19 0 0,-17 0-16,0 0 15,18 0-15,-1 0 16,-17 0-16,18 0 15,-36 0-15,18 0 16,0 0-16,0 0 16,0 0-16,17 0 15,-17 0-15,18 0 16,-18 0-16,-18 0 16,-17 0-16,52 0 15,-17 17-15,0-17 16,-18 0-16,-17 0 15,35 0-15,-35 0 16,17 0-16,-18 0 16,19 0-16,-1 0 15,-17 0-15,17 0 16,-17 0 0,-1 0-1,1 0 1,17 0-1,0 0 1,-17 0 0,0 0-16,-1 0 15,1 0 32,0 0-47,17 0 31</inkml:trace>
  <inkml:trace contextRef="#ctx0" brushRef="#br0" timeOffset="47808.6939">13002 18560 0,'0'-17'47,"0"-1"-31,0 0-16,-35 1 15,35-1-15,-53 1 16,35-1-16,1 18 16,-1 0-16,0 0 15,1 0-15,-19 0 16,1 0-16,-18 0 15,18 0-15,17 35 16,1-17-16,-19-1 16,19 1-16,17 0 15,0-1 1,0 1-16,0 0 31,0-1-31,17-17 0,-17 18 31,36-18 1,-19 0-17,19 0 1,-1 0-16,0-53 16,-35 35-16,35-17 15,1 0-15,-19 0 16,1-1-16,-18-17 15,18 0-15,-1 18 16,-17-18-16,0 36 16,0-1-1,0 0-15,0 1 16,0-19 0,0 19-1,18-1 1,-18 0-16,0 1 15,18 17 1,-18-36 0,0 54 93,0 17-109,0 36 16,0 35-16,0-36 15,0-34-15,0 17 16,0-18-16,0-17 16,0-1-16,0 1 15,0-1-15,0 1 16,0 0-1,0-1-15,17-17 16,-17 18-16,0 0 16,18-1 46,-1 1-62</inkml:trace>
  <inkml:trace contextRef="#ctx0" brushRef="#br0" timeOffset="48672.9182">13161 18366 0,'-18'0'16,"1"0"15,-1 0-31,18 18 16,0 0-1,-18-1-15,18 1 16,0 0-16,0-1 15,0 18-15,0 1 16,18-36-16,-18 35 16,18-17-1,-1-18-15,1 0 47,-18-18-31,18 0-16,-18 1 15,0-19 1,0 19 0,0 52 93,17-17-93,-17-1-1,18 1 1,-18 0 0,17-1-1,19-17 63</inkml:trace>
  <inkml:trace contextRef="#ctx0" brushRef="#br0" timeOffset="49086.0621">13567 18296 0,'0'35'16,"0"0"-1,0 1-15,0-1 16,0 0-16,0-17 16,0-1-16,0 1 15,17 0-15,1 17 16,-18-17-16,35-1 16,-17 19-16,17-36 15,-17 0 63,-18-53-62,0 17 0,-18 36-1</inkml:trace>
  <inkml:trace contextRef="#ctx0" brushRef="#br0" timeOffset="49361.4331">13514 18419 0,'17'0'31,"19"0"-15,-1 0-1,-17 0 1,-1 0-16,1-17 16,0 17-1,-1 0 1,1 0-16</inkml:trace>
  <inkml:trace contextRef="#ctx0" brushRef="#br0" timeOffset="50130.927">14325 18402 0,'-17'0'15,"-19"0"-15,-17 0 16,36 17-16,-1 1 15,-17 0 1,17 17-16,18-18 16,0 19-16,0-1 15,0 0 1,0-17-16,0 0 16,18-1-16,-1-17 15,1 0-15,0 0 16,-1 0-16,19 0 15,-19-35-15,54 0 16,-53-18-16,17 0 16,-35 18-16,0-1 15,0 19-15,0 34 47,0 36-31,0-18-16,0 1 15,17-1-15,-17 0 16,0 1-16,18-19 16,0 1-16,-1-18 15,1 18-15,0-18 16,-1 0 15,1 0-31,0 0 16</inkml:trace>
  <inkml:trace contextRef="#ctx0" brushRef="#br0" timeOffset="61793.0313">12879 8610 0,'17'0'63,"1"0"-63,0 0 15,17 0-15,0 0 16,0 0-16,-17 0 16,17 0-1,-17 0 1,0 0-16,-1 0 16,1 0-1,0 0 16,-1 0-31,1 0 16,17 0 0,0 0-1,-17 0-15,17 0 16,-17 0-16,0 0 16,-1 0 15,1 0 0,0 0-15,-1-18-16,1 18 15,-1 0 1,19 0 0,-1 0-1,-17 0 1,-1 0 234,1 0-125</inkml:trace>
  <inkml:trace contextRef="#ctx0" brushRef="#br0" timeOffset="64152.9717">13284 7392 0,'0'18'78,"0"17"-78,0 1 16,0-19-16,0 1 15,0 17-15,0 0 16,0-17-16,0 0 16,0 17-16,0-17 15,0-1-15,0 1 16,0 35-16,0-35 16,0 17-1,0-18 1,0 1-16</inkml:trace>
  <inkml:trace contextRef="#ctx0" brushRef="#br0" timeOffset="73988.4164">7004 12791 0,'17'0'31,"-17"18"-15,0-1-1,0 1 1,0 17-16,0 1 15,0-1-15,0 18 0,0-18 16,0 36 0,0-18-16,0-18 15,-17 0-15,17-17 16,-18 17-16,1-17 16,17-1 140</inkml:trace>
  <inkml:trace contextRef="#ctx0" brushRef="#br0" timeOffset="75520.139">4904 12985 0,'36'0'31,"-19"0"-16,36 0 1,18 0-16,-18 0 16,35 0-16,36 0 15,-54 0-15,1 0 16,17 0-16,18 0 16,-36 0-16,-34 0 15,-19 0-15,1 0 16,35 0-16,-36 0 31,1 0 32,0 0-32</inkml:trace>
  <inkml:trace contextRef="#ctx0" brushRef="#br0" timeOffset="76280.3857">5928 12756 0,'0'18'16,"0"-1"-1,35-17-15,-35 18 16,35-1-16,18 19 15,-18-19-15,1 19 16,-1-1-16,0-17 16,-17 17-16,0-17 15,-18-1-15,17 1 16,-17-1-16,0 1 31,0 0-15,-17-18-1,-19 0 1,19 17-16,-19-17 16,19 0-16,-19 0 15,19 0 1,-1 0-16,1 0 31,-1 0 16</inkml:trace>
  <inkml:trace contextRef="#ctx0" brushRef="#br0" timeOffset="86393.1517">12790 9157 0,'0'17'15,"18"-17"1,0 0-16,17 0 15,18 0-15,-18 0 16,0 0-16,1-17 16,-1 17-16,-17 0 15,17 0-15,0 0 16,1 0-16,-1 0 16,0 0-16,-17 0 15,-1 0 1,1 0-16,0 0 15,-1 0-15,1 0 16,0 0-16,17 0 16,-17 0-16,-1 0 15,1 0-15,17 0 16,-17 0 62,-1 0-78,1 0 16,0 0-1,17 0-15,-35 17 16</inkml:trace>
  <inkml:trace contextRef="#ctx0" brushRef="#br0" timeOffset="87864.4401">13708 8786 0,'0'-17'47,"17"17"-31,19 0-1,-1 17 32,0 18-47,1-35 16,-1 53-1,71 0 1,-89-35-16,1 17 16,0-35 15,-18 18-31,-18-18 16,0 35-1,1-35-15,-1 0 16,0 0-1,1 0 1,-1 0 0,0 0-16,1 18 15,17-1 32,35-17-16,-35 18-15,18-18-16,-1 18 0,1-18 16,0 17-16,-18 1 15,17-18-15,1 18 16,-18-1 0,18 1-16,-18 0 15,0-1-15,0 1 16,0 0-16,0 17 15,-36-35-15,19 17 16,-19 1-16,19-18 16,-1 0-1,0 0-15,1 0 16</inkml:trace>
  <inkml:trace contextRef="#ctx0" brushRef="#br0" timeOffset="98433.6937">6863 13762 0,'0'0'0,"17"-18"31,1 18-15,0 0 0,-1 0-16,1 0 15,17 0-15,0 0 16,-35 35-16,18-35 15,-18 35-15,0-17 16,0 17 0,0 1-1,0-19 17,0 1-32,-35 0 15,0-1-15,-18 1 16,35-18-16,0 35 15,54-35 64,-19 0-64,1 0-15,17-35 0,-17 35 16,-1-18-16,19 1 15,-19-1 1,1 18 0,0 0-16,-1 0 15,1 0-15,0 0 0,-1 0 16</inkml:trace>
  <inkml:trace contextRef="#ctx0" brushRef="#br0" timeOffset="99425.4094">6933 14361 0,'36'18'31,"-36"0"-31,52-1 16,-52 19-16,18-36 15,-18 17 1,18 1-16,-18 17 15,0-17-15,0-1 16,0 19-16,-36-19 16,1 1-16,18 0 15,-19-1-15,19 1 16,-1 0-16,0-18 16,18 17-1,0 1 1,0 17-16,18 0 15,17-17 1,-35 0 15,0-1 1,0 1-32,-17-18 15,-19 18-15,19-18 16,-1 17-1,0-17-15</inkml:trace>
  <inkml:trace contextRef="#ctx0" brushRef="#br0" timeOffset="100337.0144">5063 14591 0,'0'17'15,"18"1"-15,0-18 16,-1 0-16,-17 18 16,53-18-16,35 35 15,1-35-15,16 18 16,19-1-16,17-17 16,-53 0-1,36 0-15,-18 0 16,-1 0-1,-87 0-15,17 0 172,-17 0-140</inkml:trace>
  <inkml:trace contextRef="#ctx0" brushRef="#br0" timeOffset="100736.8931">6139 14573 0,'0'0'0,"18"35"0,0-17 16,-1 17-16,36-17 16,-53 0 31,0-1-32,-17-17 1,-19 18-16,1 0 15,-18-1-15,18 18 16,0-17-16,35 0 16,-18-1-16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09-12T09:24:58.2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900 3529 0,'0'-18'16,"-18"18"-1,0 35-15,-17 1 16,0 34-16,17-35 16,-17 18-16,35 0 15,0-17-15,0-19 16,0 1-16,0 17 15,0 18-15,35-18 16,18 18-16,35 0 16,-52-18-16,17-17 15,52 0-15,1 17 16,0-35-16,18 0 16,-1 0-1,-52 0-15,-1 0 0,36 0 16,-35-18-16,17-52 15,-53 52 1,-17 1 47,-18-1-48,0 0-15,0 1 16</inkml:trace>
  <inkml:trace contextRef="#ctx0" brushRef="#br0" timeOffset="336.952">1517 3476 0,'0'0'0,"-88"123"0,17 1 16,-52 17-16,35 35 15,0-35-15,-1-17 16,36-1-16,0 1 16,18-18-16,18-36 15,17-34-15,0-1 16,-18-35 62</inkml:trace>
  <inkml:trace contextRef="#ctx0" brushRef="#br0" timeOffset="1557.6591">9509 4622 0,'35'0'16,"-17"0"-16,35 0 16,35 0-16,53 0 15,36 0-15,34 0 16,36 0-16,18-17 16,88-18-16,-36-1 15,-17 19-15,-53 17 16,-17 0-16,-19 0 15,1-18 1,-36 18-16,1 0 16,-18 0-16,-1 0 15,-34-18-15,-36 1 16,-35 17-16,0 0 16,0 0-16,0 0 15,-18 0-15,36 0 16,-1-18-16,36 0 15,-18-17-15,36 0 16,-18 17-16,17-17 16,-17 0-16,-53-36 15,0 53-15,-53 1 16,17-1-16,-17 0 16</inkml:trace>
  <inkml:trace contextRef="#ctx0" brushRef="#br0" timeOffset="26967.2559">10656 1129 0,'17'0'15,"-17"18"1,0 17 0,18 142-1,-18-54-15,18 1 16,-18-54-16,0 1 16,0-1-16,0 1 15,0-1-15,0 19 16,0-19-16,0-35 15,0 18-15,0 0 16,-36 0-16,36-17 16,-17-1-16,17 18 15,0-18-15,0 0 16,0 1-16,0-1 16</inkml:trace>
  <inkml:trace contextRef="#ctx0" brushRef="#br0" timeOffset="28022">10973 1147 0,'18'0'15,"17"0"1,-17 0-16,52 0 16,54 17-16,17-17 15,53 0-15,-17 0 16,-1 0-16,-35 0 16,-35 0-16,0 0 15,-71 0-15,18-17 16,0-1-16,-35 1 15,17 17-15,-17 0 16,-1 0-16,1-18 16,-1 18-16,19 0 15,-1-18 1,-17 18 0,-1 0 46,-17 18-46,18 35-16,-18 0 15,0 17-15,0 36 16,-18 0-16,1-35 16,17-1-16,-18 36 15,0-35-15,1-18 16,17-1-16,-18 1 15,0-17-15,18-1 16,0 0-16,0 18 16,0 0-16,18 0 15,17 18-15,-35-18 16,0-36-16,18 18 16,-18-17 15,0 0-16,18-1 95,-18 1-95</inkml:trace>
  <inkml:trace contextRef="#ctx0" brushRef="#br0" timeOffset="28767.095">10709 2646 0,'35'0'15,"-17"0"1,17 0-16,71 0 16,17 0-16,36 0 15,-18 0-15,36 0 16,-72 0-16,19 0 15,-1 0-15,-34 0 16,16 0-16,-69 0 16,-19 0-1,1 0-15,17 0 0,-17 0 16,0 0 0,17 0-16,-17 18 15,70 0 1,-35-18-16,-18-18 15,0 18-15,-17-35 16,0 35-16,-18-18 31,35 18 1</inkml:trace>
  <inkml:trace contextRef="#ctx0" brushRef="#br0" timeOffset="29273.946">11150 2982 0,'0'0'16,"0"17"-16,0 19 0,17-1 15,-17 18-15,18 35 16,-18-53-16,0 18 15,0 0-15,0-35 16,0 17-16,-18-17 16,18-1-16,-17-17 15,17-17 63,0-1-78</inkml:trace>
  <inkml:trace contextRef="#ctx0" brushRef="#br0" timeOffset="29872.5774">11308 2893 0,'36'0'0,"-19"36"15,19-36-15,-19 35 16,19-17-16,-19-1 16,19 1-16,-1 0 15,-35-1-15,17 1 16,-17 0-16,0-1 15,-35-17 1,-18 18 0,-17-1-16,17 1 15,0 0 1,18-18-16,-1 0 16,1 0-16,17 0 15,18 17 48,18 1-63,35-18 15,0 18-15,35 17 16,0-17-16,18-1 16,-53 1-16,35 17 15,-52-17-15,-1-18 16,-18 17-16,1 1 15,17-18 48</inkml:trace>
  <inkml:trace contextRef="#ctx0" brushRef="#br0" timeOffset="31398.4299">14396 1200 0,'0'53'16,"17"53"0,-17-18-1,0 0-15,18 35 16,17 36-16,-35-53 16,0 35-16,0-17 15,0-18-15,0-18 16,0 35-16,-17-34 15,17 16 1,0-52-16,0-17 16,0-19 77</inkml:trace>
  <inkml:trace contextRef="#ctx0" brushRef="#br0" timeOffset="32311.0769">14766 1112 0,'36'-18'16,"-19"18"0,1 0-16,52 0 15,36 18-15,35-1 16,18 1-16,18-18 16,-1 0-16,-17 0 15,-36 0-15,1 0 16,-54 0-16,-52 0 15,17 0-15,-17 0 16,-18 17 47,35-17-48,-35 36-15,0-1 16,18 36-16,17 34 15,-35 37-15,0-72 16,0 1-16,0-1 16,0 1-16,0-18 15,18 0-15,-1 0 16,-17 0-16,0 0 16,0-1-16,18 37 15,-18-19-15,35 1 16,-17-1-16,17-17 15,-35-17-15,0-19 16,36 19-16,-19-1 109,1-35-77</inkml:trace>
  <inkml:trace contextRef="#ctx0" brushRef="#br0" timeOffset="32870.6397">14466 2805 0,'71'0'16,"-18"0"-1,17 0-15,19 0 16,34-17-16,36 17 16,53 0-16,-71 0 15,53 0-15,-53 0 16,18 0-16,-53 0 16,-53 0-16,17 0 15,-35-18-15,1 0 16,-19 18-16,19 0 15,-19 0 1,1 0 15,0 0 16</inkml:trace>
  <inkml:trace contextRef="#ctx0" brushRef="#br0" timeOffset="34054.2574">15895 2893 0,'-35'0'16,"0"18"-16,0 53 15,17-36-15,-17 0 16,-1 1-16,19 16 15,17-16-15,-18-1 16,0 0-16,18 1 16,0-1-16,18 0 15,-18 0-15,18-17 16,-1 0-16,1-18 16,0 0-1,-1 0-15,1 0 16,17 0-16,0-18 15,18-17-15,0 0 16,0 17-16,-17-17 16,-19 17-16,18-17 15,-17 35-15,-18 17 63,18-17-48,-18 18-15,0 17 16,0 1-16,0-19 16,0 1-16,0 17 15,0-17 17</inkml:trace>
  <inkml:trace contextRef="#ctx0" brushRef="#br0" timeOffset="34896.0069">18259 1394 0,'0'0'0,"0"70"0,0 36 15,36 18-15,-1-1 16,18 124 0,-35-123-16,-18 17 15,0-53-15,0-17 16,0-18-16,0 35 15,-18-35-15,0-18 16,18-17-16,0-36 94,18 18-94,-18-53 15</inkml:trace>
  <inkml:trace contextRef="#ctx0" brushRef="#br0" timeOffset="35694.8266">18542 1235 0,'17'-18'15,"1"18"-15,70 0 16,53 18-1,36 0-15,-18 35 16,35-36 0,123 36-1,-176-35-15,-53-18 16,1 17-16,-36 1 16,-36 0-16,19-18 46,-36 35-30,0-17-16,35 17 16,-18 53-16,1-17 15,0 35-15,-1-36 16,1-17-16,-18 35 16,0 1-16,0-19 15,0 1-15,0-1 16,0 18-16,0 36 15,0-36-15,0 0 16,0-52-16,0-1 16,0 0-16,-18-17 15,18 17-15,0-17 110</inkml:trace>
  <inkml:trace contextRef="#ctx0" brushRef="#br0" timeOffset="36206.5611">18789 2823 0,'35'0'15,"36"0"-15,-19 0 16,37 0-16,-19 0 16,1 0-16,52 0 15,1 0-15,-54 0 16,19 0-16,-1 0 16,-35 0-16,17 0 15,-34 0-15,-19 0 16,1 0 15,-1 0-31,1 0 16,0 0-16,-1 0 15</inkml:trace>
  <inkml:trace contextRef="#ctx0" brushRef="#br0" timeOffset="36671.4233">19142 3140 0,'17'0'0,"-17"18"15,0 35 1,0 0-16,0-18 15,0 18-15,0-35 16,0-1-16,-17 19 16</inkml:trace>
  <inkml:trace contextRef="#ctx0" brushRef="#br0" timeOffset="37630.3661">19159 3088 0,'0'-18'16,"0"0"15,35 18 0,1 0-15,-36 18-1,35-18-15,-17 0 16,-1 0 0,19 18-16,-19-1 15,1-17-15,0 0 16,-18 18-1,0 17 1,0-17 0,-36-1-16,1-17 15,0 18-15,-1 0 16,36-1-16,-17 1 47,17 0-32,35-1 1,-17-17-16,17 18 16,-17 0-16,-1-1 31,-17 1-15,0-1-1,0 1 1,0 17-16,-17-35 0,17 18 15,-18 0 1,18-1-16,-18 1 16,1-18-16,17 18 15,-18-18-15,0 0 63,1 0-63,-1-18 31,0 0-31,1 1 16,-1 17-1,18-18 142,0 0-142,18 1-15</inkml:trace>
  <inkml:trace contextRef="#ctx0" brushRef="#br0" timeOffset="42430.1535">13426 2100 0,'-18'0'78,"36"0"-62,34 0-16,-16 17 15,-1 1-15,0-1 16,18-17-16,-35 0 16,17 0-16,-17 0 15,-1 0 1,1 0-16,17 0 47,-17 0-32,0 0 1,-1 0-16,1 0 16,0 0-16,-1 18 15</inkml:trace>
  <inkml:trace contextRef="#ctx0" brushRef="#br0" timeOffset="42878.4267">13655 1888 0,'0'35'16,"0"18"-16,0-18 15,0 18-15,0-17 16,0-1-16,0 18 16,0 0-16,0-18 15,0-17-15,0-1 16</inkml:trace>
  <inkml:trace contextRef="#ctx0" brushRef="#br0" timeOffset="43750.5035">16866 2064 0,'53'18'0,"-18"-18"16,0 0-16,36 18 16,-4058-1-16,8133-17 15,-4005 0-15,-53 0 16,18 0 0,-18 0-16,-17 0 0,-1 0 15,36 0-15,-35-17 16,-36-1-1,-18 18-15,1 0 16,0-18-16</inkml:trace>
  <inkml:trace contextRef="#ctx0" brushRef="#br0" timeOffset="44334.5151">17607 1782 0,'0'18'31,"0"17"-15,0 35-16,0 1 0,0 17 15,0 18-15,0-35 16,0-1-16,-18 18 16,-17-35-16,35-17 15,0-19-15,-18 1 16,18 0 78,-18 17-79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09-12T09:28:46.8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20165 8327 0,'35'0'31,"36"0"-31,34 0 16,37 0-16,-19 0 15,36 0-15,17 0 16,36 0-16,-18 0 16,71 0-16,-89 0 15,195 0 1,-230 0-16,-18 0 15,54 0 1,-89 0-16,35 0 16,-34 0-16,-19 0 15,1 0-15,35 0 16,-18 0-16,-18 0 16,36 0-16,35 0 15,-70 0-15,17 0 16,0 0-16,-52 0 15,-19 0-15,1 0 16,17 0 62,-17 0-47,-1 0 16,1 0-31</inkml:trace>
  <inkml:trace contextRef="#ctx0" brushRef="#br0" timeOffset="744.9586">23940 8116 0,'35'17'31,"18"19"-15,-35-36-16,0 17 15,17 1-15,0 17 16,0 1-16,1-19 15,17 1-15,-36-18 16,1 35-16,17-35 16,-35 35 31,0-17-32,-17 0 1,-1-18-16,-17 35 15,-18-17-15,17-1 16,-16 19-16,34-19 16,-35 18-16,35-35 15,1 18-15,-1-18 16</inkml:trace>
  <inkml:trace contextRef="#ctx0" brushRef="#br0" timeOffset="2673.1951">24099 8980 0,'0'-17'32,"18"17"-32,-1 0 15,1 17 1,-1 1-16,19 0 15,-19-1-15,19 1 16,-1 35-16,-17-18 16,-1 0-16,1-17 15,-18 17 1,0-17 0,-18-18-16,1 18 15,-1-18-15,0 17 16,1 1-16,-1-18 15,18 17-15,-35-17 16,17 0 47</inkml:trace>
  <inkml:trace contextRef="#ctx0" brushRef="#br0" timeOffset="3184.9713">24505 8998 0,'-18'0'15,"0"0"-15,1 18 16,17-1-16,0 18 16,-18 1-1,18-1-15,0 0 16,-18 18-16,18-17 0,0-19 16,0 18-1,0-17-15,18 17 16,17 1-16,-17-36 15,17 0-15,1 17 16,-1-17-16,-17 0 16,17 0-16,-18 0 31</inkml:trace>
  <inkml:trace contextRef="#ctx0" brushRef="#br0" timeOffset="4697.1297">22035 6528 0,'0'18'15,"0"34"1,0 19 0,0 53-16,0-36 15,0 18 1,0-18-16,0 0 0,0 18 16,0-18-16,0 36 15,0-1 1,0-35-16,0 18 0,0 0 15,0 18-15,0 17 16,0-35-16,0-1 16,-18 19-16,-17-18 15,17 17 1,1 1-16,-1 17 16,0-35-16,1 0 15,17 17-15,-18 1 16,18-54-16,0-17 15,0-18-15,0 18 16,0 0-16,0 0 16,0 0-16,0-18 15,0 18-15,0 0 16,0 0-16,0-18 16,0 18-16,0-17 15,0-1-15,-18 0 16,18-17-16,0 17 15,-17-17-15,17-1 16,0 1-16,-18 0 16,18-1-16,0 19 15,-18-19 1,18 19-16,0-19 16,-17-17 62,17-35-63</inkml:trace>
  <inkml:trace contextRef="#ctx0" brushRef="#br0" timeOffset="5719.5831">21611 6775 0,'0'-18'0,"0"1"16,0-1-16,18 18 15,0 0-15,-1 0 16,19-18-16,17 18 15,-18-17-15,-18-19 16,19 19 0,-19-1-16,1 0 15,0 18 17,-1 0-17,1 0-15,17 0 16,-17 0 46,0 0-46,-1 18-16,18 0 16,-17-1-16,0 19 15,-1-1-15,-17 0 16,18 18-16,35 18 15,-53-18-15,18 0 16,-1-18-16,18 0 16,1 18-16,-36-35 15,17-1 1</inkml:trace>
  <inkml:trace contextRef="#ctx0" brushRef="#br0" timeOffset="6439.3204">22529 6740 0,'0'88'15,"0"-35"1,17-36-16,1 19 16,-18-1-16,18-17 15,-1-1 1,-17 1-16,36-18 15,-1 0 1,0-18 0,-35 1-16,18-36 15,-1-18-15,1 18 16,0 0-16,-18 18 16,0 70 46,0 18-46,0 18-16,0 17 15,0 0 1,0-35-16,0 0 0,0-18 16,0-17-16,0 0 15,0-1 1,-36 1-1,19 0 48,-1-18-47,1 0-16,-1 0 15,0 0 16,1 0-15,-1-36-16,18 1 16</inkml:trace>
  <inkml:trace contextRef="#ctx0" brushRef="#br0" timeOffset="7199.1365">21576 8839 0,'-35'18'16,"35"-1"-16,0 19 15,-18-1-15,1-35 16,17 35-16,0-17 16,0 0-16,0 17 15,0-18 1,17-17 0,18 0-16,18 0 0,-17 0 15,-19-35 1,19 0-16,-36-36 15,17-17 1,-17 53-16,0 0 16,0-1-16,-35 19 15,35-1-15,-35 0 16,-1-17-16,-17 35 16,18 0-16,18 0 15,-19 0-15,19 0 16</inkml:trace>
  <inkml:trace contextRef="#ctx0" brushRef="#br0" timeOffset="22905.1153">5663 8451 0,'35'0'63,"18"0"-63,53 0 16,18 0-16,52 53 15,0-18-15,36 0 16,159 1-1,-107-19 1,-123-17 0,-88 0-16,36 0 31,-37 0-31,72 0 16,35-17-1,-71-1 1,-53 18-16,1 0 15,16 0 1,-16 0-16,-1 0 16,71 0-1,-53 0-15,35 0 16,-35 0 0,0 0-16,0 18 15,0-18-15,53 0 16,-71 0-1,35 0 1,-52 0 78</inkml:trace>
  <inkml:trace contextRef="#ctx0" brushRef="#br0" timeOffset="23855.3489">7286 7798 0,'0'71'47,"0"-18"-47,-4022 105 16,8150 37-1,-4093-107 1,-17 35 0,0-70-16,17 0 15,-18 0 1,1 53 0,-18-71-16,0 18 0,0-18 15,0 18 1,0 53-1,0-71-15,0-17 0,0 35 16,0-35 0,-18 52-1,18-34 1,0-19-16,-17 1 16,-1-1-1,18 19 63,0-1-62,0-17 0</inkml:trace>
  <inkml:trace contextRef="#ctx0" brushRef="#br0" timeOffset="67640.9834">17360 12527 0,'-36'0'47,"19"0"-47,-1 0 16,0 0-16,-17 35 16,0 35-16,-71 89 15,18 53 16,88-106-15,17-18 0,1-70-16,53 52 31,-18-35-31,35-35 0,-35 18 16,53 17-1,-53-35 1,35 18 15,-71-18-31</inkml:trace>
  <inkml:trace contextRef="#ctx0" brushRef="#br0" timeOffset="68475.9949">17889 12579 0,'18'0'47,"264"106"-16,-53-17-15,-211-37-1,-18 1 1,-53-35-16,-35 35 15,17-18 1,71 1 0,0-1-16,53 106 15,53-88-15,141 106 16,-88-71 0,-124-70 15,-35 17-16,-18-35-15,-35 17 16,36 1-16,-54-18 31,54 18-31,-36-1 16,17-17 0,1 0-16,0 0 15,17 0 32,-17 0-47,17 0 16,1 0-1,-1 0 1</inkml:trace>
  <inkml:trace contextRef="#ctx0" brushRef="#br0" timeOffset="68840.2079">19265 13426 0,'18'18'16,"-36"0"-1,0 17 1,-52 0-1,35-17 1,17 35 0,36-53 15</inkml:trace>
  <inkml:trace contextRef="#ctx0" brushRef="#br0" timeOffset="69552.1313">19741 12668 0,'0'35'47,"0"0"-47,-17 89 16,-1-1-1,18-17 16,18-71-15,70 18 0,18-17 15,-36-19-15,-17-17-1,18 0 1,-36-17-1,-17 17 32,-1 0-31,1 0-16,0 0 16,35 0-16,-36 0 15,19 0-15,-19 0 16,1 0-1,-18-18-15,17 0 16</inkml:trace>
  <inkml:trace contextRef="#ctx0" brushRef="#br0" timeOffset="69982.7785">20129 12809 0,'0'53'0,"0"35"15,0-17-15,0-1 16,0 1-16,0-1 16,0-17-16,0-35 15,-17 17-15,-1 0 16,18-17 0,0 17 15,0-17 0,0 0 32</inkml:trace>
  <inkml:trace contextRef="#ctx0" brushRef="#br0" timeOffset="70633.7381">20941 12632 0,'0'0'0,"88"106"0,-17 0 16,17 0-16,-35-18 15,-35-53-15,34 18 16,-34 36-16,-18-54 15,0 0-15,0 0 16,-18-17-16,-34 35 16,-19 0-16,-17-18 15,0 36-15,-1-1 16,1 1-16,53-53 16,17-1-16,1 1 15,-1-18-15,0 18 16</inkml:trace>
  <inkml:trace contextRef="#ctx0" brushRef="#br0" timeOffset="96733.0962">10550 12738 0,'-18'0'0,"18"36"16,18-1-1,0 53 1,-1 18 0,36 53 15,-53-106-15,35-18-1,-17-35 32,53-18-31,17-35-16,106-105 15,-53 69-15,-35-87 32,-71 70-17,0 18 1,-35 70-16</inkml:trace>
  <inkml:trace contextRef="#ctx0" brushRef="#br0" timeOffset="137816.1635">2152 7410 0,'0'-18'32,"0"1"-32,18 17 15,0-18-15,35 18 16,52 0-16,-16 0 16,87 0-16,0 0 15,36 0-15,35-18 16,0 18-16,-18 0 15,36-35-15,-53 18 16,-1-19 0,-34 1-16,-36 17 15,-70-17-15,-18 35 16,-18-18-16,18 18 16,-36 0-16</inkml:trace>
  <inkml:trace contextRef="#ctx0" brushRef="#br0" timeOffset="156679.8635">1358 8557 0,'0'-18'15,"18"18"48,53 0-63,87 0 0,-16 35 15,16-17-15,-34 0 16,-36-18 0,-35 0-16,-18 0 15,-35 17 48,0 36-32,0-17-31,-53 34 0,0-17 16,-17 18-16,-18-1 15,35-34-15,-18 34 16,18 18-16,36-52 15,-1-1-15,0 0 16,1-35-16,-1 18 16</inkml:trace>
  <inkml:trace contextRef="#ctx0" brushRef="#br0" timeOffset="157240.4208">2346 8733 0,'36'0'15,"34"0"1,-17 53-16,18-18 15,-18 18-15,17 0 16,-34 0-16,16 18 16,-16-1-16,-19-34 15,19-1-15,-19-17 16,-17 17-16,18-35 16,-18 18-16,18-18 15,-18-18 95,0 0-110</inkml:trace>
  <inkml:trace contextRef="#ctx0" brushRef="#br0" timeOffset="157656.4091">2787 8769 0,'-35'0'16,"0"52"-16,0 1 16,17 18-16,-35 0 15,18-1-15,17-35 16,0 1-16,1-19 15,17 1 95,17-18-95</inkml:trace>
  <inkml:trace contextRef="#ctx0" brushRef="#br0" timeOffset="158352.2146">3211 8574 0,'17'-17'47,"1"17"-31,17 0-16,-17 0 16,53 0-16,17 0 15,-35 0 1,0 0-16,-18 0 15,-17 0 17,-18 17-17,17-17-15,-17 53 16,0-17-16,0 34 16,0 36-16,-17-18 15,-19 18-15,1 0 16,0-35-16,-1 17 15,1-53-15,35 0 16,-17 1-16,17-19 16,0 1-16,-18 0 156</inkml:trace>
  <inkml:trace contextRef="#ctx0" brushRef="#br0" timeOffset="172199.8843">1006 10004 0,'0'17'63,"0"1"-48,0-1 1,0 1-16,-18 17 16,18-17-16,-18 17 15,18 1 1,-17 69-1,-19-52-15,36 18 16,0-53-16,-17 17 16,17-17-16,0-1 15,-18 1 1,36-18 78</inkml:trace>
  <inkml:trace contextRef="#ctx0" brushRef="#br0" timeOffset="173128.1213">1217 10162 0,'18'0'0,"17"0"16,-35 18-16,18 0 16,-18-1-16,0 19 15,35-1-15,-35 0 16,0-17-16,0 17 16,0-17-16,0-1 15,0 19-15,0-1 16,35-35-1,-17 0 17,17 0-32,-35-18 15,0-35 1,0 0-16,0 0 16,0 18-16,0-18 15,0 0-15,0 18 16,0 17-16,-17 1 31,-1-1-15,0 18-16,18-18 15,-17 18 1</inkml:trace>
  <inkml:trace contextRef="#ctx0" brushRef="#br0" timeOffset="174525.1438">1817 10021 0,'0'0'16,"-18"-35"-16,1 35 0,-1-35 16,1 35-16,-1-18 31,0 0-31,-17 18 15,35-17-15,-35 17 47,35 17-47,0 19 16,0 17-16,17-1 16,19-16-16,-1 17 15,-17 0-15,34 0 16,1 17-16,-35-35 15,0 1-15,-18-1 16,-36-35 15,1 0-15,0 35-16,0-35 16,-1 18-16,19-18 15,-1 0 32,18-18-47,-18-17 16,18 17-16,0 1 15,0-1 1,0 0-16,0-17 0,18 17 31,0 1-31,17 17 0,0 0 16,0-18-1,1 18-15,-1-17 16,-17 17-16,-1 0 16,19-18-16,-19 0 15,19 18 1,-36-17 0,35 17 62,-35 17-47,0 19-31,0-19 16,0 18-1,0-17-15,17 35 16,1-35-16,0 17 15,-1-35-15,1 0 16,0 0 0,17 0-1,0 0-15,-35-18 16,0-17 0,18 17-16,0-17 15,-18-18-15,0 18 16,-18 0-16,0 35 15,1-36-15,-1 36 16,0-17-16,1-1 16,-1 18 15,0 0-31,1 0 16,-1 0-1,18 18 1</inkml:trace>
  <inkml:trace contextRef="#ctx0" brushRef="#br0" timeOffset="174976.2649">2558 10198 0,'0'0'0,"0"17"16,0 36-16,0 18 16,0-36-16,0 18 15,0 0-15,0 0 16,0-36-16,0 19 16,0-19-16,0 19 78,0-54-47,0 0-31</inkml:trace>
  <inkml:trace contextRef="#ctx0" brushRef="#br0" timeOffset="175459.659">2805 10127 0,'0'0'15,"35"18"-15,-17-1 16,0 1-16,-1 0 0,-17 17 16,36-17-16,-36-1 15,0 1-15,0-1 31,-18-17-15,-17 0 0,17 0-1,0 0-15,1 0 16,-1 0-16,0 0 16,1 0-1,-1 0 1</inkml:trace>
  <inkml:trace contextRef="#ctx0" brushRef="#br0" timeOffset="177119.8334">2611 10198 0,'18'0'15,"-18"-18"1,0 0 0,17 18-1,1-17-15,17-1 16,-17 18 31,0 0-47,-1 0 15,1 0 1,-1 0 0,1 0-16,0 0 15,-18 18 17,35-1-17,-35 1 1,18 0-1,-18-1-15,17-17 16,-17 36 15,0-19-15,0 1 0,-17-1-16,-1-17 15,0 0 1,1 0-1,-1 0 1,0 0-16,1 0 16,-1 0-16,1 0 15,-19 0 1,1 0 0,17 0-16,1 0 15,-1 0 1,0 0-1,1 0 79,-19 18 16</inkml:trace>
  <inkml:trace contextRef="#ctx0" brushRef="#br0" timeOffset="193080.2228">882 11097 0,'-18'0'15,"18"18"1,0 35-16,0 18 15,0-1-15,0 1 16,0 52-16,-35 1 16,-53 35-16,17-54 15,18 1 1,1-35-16,16-18 0,36-71 94,0 0-94,0 1 15,0-18-15</inkml:trace>
  <inkml:trace contextRef="#ctx0" brushRef="#br0" timeOffset="194056.9033">1429 11415 0,'0'-18'15,"0"1"-15,0-36 16,0 35-16,-18-17 15,-17 35 1,17-53 0,-17 53-16,18-18 0,-1 1 15,0 17 1,-17 0 0,17 0-1,-17 0-15,17 17 16,1 19-16,-1-1 15,18 18 1,0-18-16,0 0 16,18-17-16,17 17 15,-17-35-15,17 0 16,-17 36-16,-1-36 16,19 0-16,-19 0 15,18 0-15,-17 0 16,0 0-16,-1 0 15,1-36 17,0 36-17,-18 18 32,0 0-47,0-1 16,0 89-16,-18-53 15,-17-18-15,35 18 16,-36-17-16,19-1 16,-1 0-16,1-17 15,17-1 1,17-17 62,18 0-62</inkml:trace>
  <inkml:trace contextRef="#ctx0" brushRef="#br0" timeOffset="194599.8151">1799 11274 0,'36'0'31,"-36"18"-31,17-1 0,1 1 16,0 35-16,17-36 16,-35 1-1,0 0-15,0-1 16,0 1-16,-18 17 16,-17 18-16,-53-18 15,35 1-15,0-1 16,18-17-16,35-1 15,35-17 48,0 0-47,36 0-16,-36 0 15,18 0-15,0 0 16,0 0-16,-35-17 15,-1-1-15,18 0 16,-17 1-16,17 17 16,-17 0-1</inkml:trace>
  <inkml:trace contextRef="#ctx0" brushRef="#br0" timeOffset="194999.2245">2223 11627 0,'0'17'16,"0"1"-16,0 0 15,0-1-15,0 19 16,18-36-1,-1 17-15,1-17 16,-1 0 0,19 0-16,-19 0 15,36 0-15,0-17 16,-53-36-16,36 17 16,-36 1-16,0-18 15,0 36-15,-18-19 16,18 19-16,-18 17 15,1-18-15,-1 0 16,-17 1-16,-18-1 16,17 18-16,19 0 31,-1 0-15</inkml:trace>
  <inkml:trace contextRef="#ctx0" brushRef="#br0" timeOffset="195895.6566">2981 11362 0,'0'0'0,"36"35"16,17 54-16,0 16 16,0-16-16,17-54 15,-52 18-15,-1-35 16,1 17-16,17 0 16,-35-17 46,0-1-46,0 1-16,0 17 15,18-35 1</inkml:trace>
  <inkml:trace contextRef="#ctx0" brushRef="#br0" timeOffset="196295.0995">3317 11486 0,'-18'0'16,"-17"0"-16,-18 35 15,18 0-15,17-17 16,-35 17-16,35-17 15,1 17-15,-19 0 16,19-17-16,-1 0 16,0-1-1,1-17 32,-1 18-31</inkml:trace>
  <inkml:trace contextRef="#ctx0" brushRef="#br0" timeOffset="196943.6062">3846 11221 0,'0'53'15,"0"17"-15,-18 1 16,1-18-16,-1 0 15,0-18-15,1 18 16,-1 0-16,18-18 16,-18 1-16,-17-1 15,35-17-15,0 17 16,-17 0 0,17-17 46,17-18-46</inkml:trace>
  <inkml:trace contextRef="#ctx0" brushRef="#br0" timeOffset="197344.886">4181 11521 0,'0'0'0,"0"53"15,0 0-15,0-18 16,0 0-16,35-17 15,-35 0 1,36-18-16,-19 0 16,19 0 15,-36-18-31,0-35 0,0 18 16,-18-1-16,-17 1 15,-1 0 1,1 17-16,18 1 0,-19-1 15,19 0-15,-1 1 16,0 17 31</inkml:trace>
  <inkml:trace contextRef="#ctx0" brushRef="#br0" timeOffset="198328.3096">4799 11521 0,'0'0'15,"0"-18"-15,-18 1 0,0-1 16,18 0-16,-17 1 15,-19-1-15,19-17 16,-19 35-16,19-18 31,-1 18-15,1 0-16,-36 0 16,17 35-1,36 1-15,0 17 16,-17 17-16,17-17 15,0 0-15,53 18 16,-18-36-16,0-17 16,-17 17 15,-18-18 0,0 1-15,-35 0-16,35 17 15,-18-35 1,-17 0 15,17 0-15,-17 0-16,17 0 16,0-18-16,18 1 15,0-1 1,0 0-1,0 1-15,0-18 16,18 17-16,0 0 16,-1-17-16,1 17 15,0 18-15,-18-35 16,35 35 0,-17 0 15,-1 0-16,1 0-15,-1 0 32,1-18-32,0 18 15</inkml:trace>
  <inkml:trace contextRef="#ctx0" brushRef="#br0" timeOffset="198768.7242">5010 11556 0,'0'18'0,"0"52"16,-17-17-16,17 0 16,0-35-16,0 17 15,17-35 17,1 0-17,-18-17-15,18-19 16,-18 19-16,0-1 15,0-35 1,0 35-16,0-35 16,0 36-16,0-1 15,-18 1-15,0-1 16,1 18 0,-19-18-16,1 1 15,17 17-15,1 0 16</inkml:trace>
  <inkml:trace contextRef="#ctx0" brushRef="#br0" timeOffset="223479.6816">1358 13303 0,'18'0'15,"-18"17"1,0 19-16,0-1 0,0 18 15,-18-18-15,1 18 16,-1 35-16,18-52 16,-17 17-16,17-18 15,-18 18 1,0 0-16,18-18 16,0 0-16,-17-17 109,-1-18-109</inkml:trace>
  <inkml:trace contextRef="#ctx0" brushRef="#br0" timeOffset="224264.8683">1376 13338 0,'0'-18'16,"18"18"-16,17 18 15,0 0 1,18 35-16,0-36 16,0 19-16,-35-36 15,-1 35-15,19-17 16,-19-1-16,-17 18 15,0-17 1,0 0-16,0-1 16,-17 19-16,-1-19 15,-35 19-15,18-36 16,17 17-16,-17-17 16,0 0-16,-1 18 15,19-18-15,-1 0 16,0 0 46,1 0-62,17-35 47</inkml:trace>
  <inkml:trace contextRef="#ctx0" brushRef="#br0" timeOffset="224752.1501">1994 13479 0,'-53'36'15,"0"-36"-15,35 52 16,-17 1-16,35 0 16,-18 0-16,18-17 15,0-1-15,0 0 16,0 0-16,0-52 109</inkml:trace>
  <inkml:trace contextRef="#ctx0" brushRef="#br0" timeOffset="225247.2233">1905 13320 0,'18'0'16,"17"0"0,18 0-16,-18 36 0,-17-1 15,17-17 1,-35-1-16,18-17 15,-18 36-15,0-19 16,0 1-16,0 17 16,-18-35-16,1 35 15,17 1-15,-36-36 16,36 17-16,-35 1 16,18-18-1,-19 0 1,1 18-16,17-1 15,1-17-15</inkml:trace>
  <inkml:trace contextRef="#ctx0" brushRef="#br0" timeOffset="225920.1298">2452 13656 0,'18'0'31,"0"0"-16,17 0 1,0 0 0,-35 17 31,0 1-32,0 0-15,0-1 16,0 19-1,0-1-15,0-18 16,0 1 62,18-18-78,-1 0 16,36 0-16,-35 0 15,0-18-15,-1 18 16,1-17-16,0-1 16,-1 1-1,1 17-15,-18-18 16</inkml:trace>
  <inkml:trace contextRef="#ctx0" brushRef="#br0" timeOffset="226259.0117">2593 13320 0,'0'18'62,"0"0"-46,18-18 0,-18 17-16,18 1 0</inkml:trace>
  <inkml:trace contextRef="#ctx0" brushRef="#br0" timeOffset="229632.0742">3440 13285 0,'35'18'16,"-35"-1"-16,18 1 16,0 0-16,17-1 15,-17-17-15,-1 18 16,1 0-16,0-18 16,-1 17-16,1 1 15,0 0 1,-1-1-16,1-17 109</inkml:trace>
  <inkml:trace contextRef="#ctx0" brushRef="#br0" timeOffset="229964.027">3881 13356 0,'-17'0'16,"-1"17"-1,-17 1 1,17-18-16,0 18 16,1-1-16,-19-17 15,19 18 1,-1-18-1,1 18 1,-1-18-16,-17 0 16,17 17-16,0-17 15,-17 0 1</inkml:trace>
  <inkml:trace contextRef="#ctx0" brushRef="#br0" timeOffset="230261.8699">3546 13479 0,'0'18'15,"18"-18"1,-18 53-16,0-18 16,0 36-16,35-18 15,-17-18-15,-1 0 16,1 0-16,0-35 78,-18-17-62,17 17-16,1-35 15,-18-18-15</inkml:trace>
  <inkml:trace contextRef="#ctx0" brushRef="#br0" timeOffset="230695.9566">3864 13444 0,'0'0'0,"35"0"0,-17 0 16,-1 0-16,1 0 47,-1 18-31,-17-1-16,18-17 15,-18 36-15,0-19 16,0 18-1,0-17 1,0 17-16,-18-17 16,1 0-16</inkml:trace>
  <inkml:trace contextRef="#ctx0" brushRef="#br0" timeOffset="231063.1452">3705 13550 0,'17'0'47,"54"0"-31,-18 0-16,0 0 15,0 17 1,-18-17-16,-53 18 94</inkml:trace>
  <inkml:trace contextRef="#ctx0" brushRef="#br0" timeOffset="231408.4343">3758 13673 0,'17'18'94,"1"0"-94,35-18 16,-18 0-16,1 0 15,-19 17 1</inkml:trace>
  <inkml:trace contextRef="#ctx0" brushRef="#br0" timeOffset="231841.9713">3370 13973 0,'53'0'15,"17"0"1,-17 0-16,18 0 16,-1 0-16,54 0 15,-18 0-15,-36 0 16,-17-35-16,-18 17 16,18 1-16,-17 17 15,-19 0-15,1-36 31,-18 19 1,0-1-17,-18 0 1</inkml:trace>
  <inkml:trace contextRef="#ctx0" brushRef="#br0" timeOffset="232644.7222">3846 13462 0,'0'17'0,"0"1"16,0 17-16,0 0 16,0 18-1,0 0-15,0 0 16,0-17-16,0 16 16,0 19-16,0 0 15,0-36-15,0 0 16,0 0-16,0-17 15,0 17-15,0 1 16,0-19-16,0 1 16,0 0-16,0 17 31,-18-17-15</inkml:trace>
  <inkml:trace contextRef="#ctx0" brushRef="#br0" timeOffset="233752.635">4516 13426 0,'-17'0'47,"-1"0"-31,0 0-16,-17 0 16,0 53-16,-36-35 15,18 17-15,0 18 16,1-35-16,34 17 15,0-35 1,18 35 0,36-52 46,-19 17-62</inkml:trace>
  <inkml:trace contextRef="#ctx0" brushRef="#br0" timeOffset="235184.2541">4322 13567 0,'0'18'15,"0"17"1,0 1-16,0 17 15,18-18-15,-18 18 16,0 0-16,0-18 16,0 18-16,-18-35 15,18-1-15</inkml:trace>
  <inkml:trace contextRef="#ctx0" brushRef="#br0" timeOffset="235736.9758">4605 13532 0,'35'18'15,"-35"-1"1,17 1-16,-17 0 0,0-1 47,0 1-47,0 17 15,-35-35 1,35 18-16,-35-18 16,0 0-16</inkml:trace>
  <inkml:trace contextRef="#ctx0" brushRef="#br0" timeOffset="235961.6359">4463 13726 0,'36'0'16,"52"-17"0,-35 17-1,-18 0-15,-17-18 16,17 18-16</inkml:trace>
  <inkml:trace contextRef="#ctx0" brushRef="#br0" timeOffset="236272.1958">4587 13762 0,'0'17'16,"0"1"-1,0-1 1,0 1-16,-18 0 15,1-18-15,17 35 32,17-17-1,1-18-31,0 0 16,-1 0-1,1 0 1,-1 0-16</inkml:trace>
  <inkml:trace contextRef="#ctx0" brushRef="#br0" timeOffset="236696.9539">4675 13867 0,'-18'0'16,"-17"18"-16,0 0 16,0-1-16,17 1 15,-35-18-15,-53 53 16,71 0-16,-18-36 16,53 1-16,-18-18 15,18 18-15,18-18 47,0 0-47,87 0 16,-34-18-16,17 18 15,18 0-15,-53-18 16,0 1-16,-18 17 16,1 0-16</inkml:trace>
  <inkml:trace contextRef="#ctx0" brushRef="#br0" timeOffset="238013.3782">5063 13497 0,'18'0'15,"35"0"1,0 35 0,0-35-1,0 0 1,-53 18 46,-18-18-46,0 17-16,-35 1 16,18 0-16,-18 17 15,-53-17 1,71-1-16,35 1 16,-35 0-16,35-1 15,0 1 1,0 0-16,0-1 15,0 1-15,0 17 16,0 18-16,0-18 16,0 1-16,0 17 15,0-18-15,17-18 16,-17-52 78,0 0-94,0-18 15,18 0-15,17 18 16,1-1-16,17-16 16,-18 52-16,0-18 15,18 0-15,-18 1 16,-17 17-16,17 0 15,-17 0-15,0-18 16,17 18 0,-18 0-16,19 0 15,-19 0 1,1 0-16,0 0 31,-18 18-31,17-18 16,-17 17-16,0 1 15,0 0-15,0-1 16,0 36-16,-17 35 16,-36-35-16,35 0 15,0 0-15,1-53 16,17 35-16,-18 1 16,1-36 109,17-36-94</inkml:trace>
  <inkml:trace contextRef="#ctx0" brushRef="#br0" timeOffset="238360.0293">5169 13762 0,'0'17'0,"0"18"16,0 1-16,0 17 15,0-18-15,-18 0 16,1 1-16,17-1 16,-18 0-16,18 0 15,0-17-15,18-18 110</inkml:trace>
  <inkml:trace contextRef="#ctx0" brushRef="#br0" timeOffset="238751.7045">5275 13867 0,'0'0'16,"18"36"-16,-1-1 0,-17 18 16,0 0-16,0-36 15,0 19-15,0-19 16,0 1-16,0 0 16</inkml:trace>
  <inkml:trace contextRef="#ctx0" brushRef="#br0" timeOffset="239231.1721">5187 13991 0,'17'0'15,"19"0"1,-19 0 0,1 0-1,-36 0 63,1 0-62,-1 0 0,0 18-16,1-1 15,-1 18 1,18-17-16,35-18 47,18 18-32,-35-18-15,0 0 16,-1-18-16,1 18 16</inkml:trace>
  <inkml:trace contextRef="#ctx0" brushRef="#br0" timeOffset="239479.1832">5116 14150 0,'0'17'32,"18"-17"-17,17 36-15,18-36 16,0 0-16,18 0 15,-19 0-15,-16 0 16,-19-18-16,19-17 16</inkml:trace>
  <inkml:trace contextRef="#ctx0" brushRef="#br0" timeOffset="240232.1555">6069 13497 0,'-18'0'32,"1"0"-17,-36 18-15,-18 34 16,0-16-16,1 17 15,17-36-15,0 1 16,18 0-16,17-1 16,0 1-16,1-18 15,17 18 79,35-18-78,0 17-16,18-17 15,18 0-15,-18 0 16,35 0-16,-17 0 16,-36 0-16,0 0 15,0 0-15,-17 0 16,0 0 62</inkml:trace>
  <inkml:trace contextRef="#ctx0" brushRef="#br0" timeOffset="240600.3193">5963 13656 0,'0'35'15,"0"-70"-15,0 123 0,0-35 16,-18 17-16,1-17 16,17 0-16,0 0 15,0 0-15,0-18 16,0-17-16,0 17 16,0-17-16,0-36 109</inkml:trace>
  <inkml:trace contextRef="#ctx0" brushRef="#br0" timeOffset="240892.2735">5928 13903 0,'-71'0'16,"53"17"-16,-17-17 16,18 18-16,-1-18 15,0 35-15,18 1 16,-17-36-1,17 17 79</inkml:trace>
  <inkml:trace contextRef="#ctx0" brushRef="#br0" timeOffset="241152.0487">5963 13920 0,'35'18'0,"-17"35"16,0-35 0,-1-1-16,1 1 15,-1-18 48</inkml:trace>
  <inkml:trace contextRef="#ctx0" brushRef="#br0" timeOffset="241440.1115">6157 13656 0,'0'17'16,"0"19"15,0-19-31,0 1 16,0 0-16,0-1 15,0 1-15,0-1 16,0 1 15</inkml:trace>
  <inkml:trace contextRef="#ctx0" brushRef="#br0" timeOffset="241945.0232">6351 13603 0,'18'0'31,"-1"0"-15,1 0-16,-18 17 15,0 1 1,0 0-1,0-1-15,0 19 0,-35-19 16,-18 19 0,18-36-16,-1 0 15,1 17-15,35 1 47,-35-18-47,17 0 16,36 0 62,-1 0-62,1 0-16,0 0 15,17 0 1,-17 0-1</inkml:trace>
  <inkml:trace contextRef="#ctx0" brushRef="#br0" timeOffset="242280.0635">6263 13920 0,'0'0'0,"-18"18"16,1 0-16,-1 17 15,18 0-15,-18-17 16,1-18-16,-1 17 15,-17 19-15,35-19 16,-36-17-16</inkml:trace>
  <inkml:trace contextRef="#ctx0" brushRef="#br0" timeOffset="242568.0498">6439 13956 0,'18'17'0,"0"-17"16,-1 18 0,1 0 15,0-1-15,-1 1-1,1 17 16</inkml:trace>
  <inkml:trace contextRef="#ctx0" brushRef="#br0" timeOffset="245215.5263">829 15208 0,'0'0'0,"18"36"0,-18 34 16,17 1-16,1 17 15,0-18-15,-18 1 16,0 35-16,0 17 15,0-34-15,0-36 16,0 17-16,0-35 16,0 1-16,0 17 15,0 0 1,0-18-16,0 18 0,0-18 16,0 18-16,0 0 15,-18 17-15,18-34 16,0-1-1,-18-17-15,18 17 16,0-17-16,-17-1 16,17 1-16,0 17 15,-18-17-15,18-1 16,-17 36 0</inkml:trace>
  <inkml:trace contextRef="#ctx0" brushRef="#br0" timeOffset="246696.0575">1076 15014 0,'0'0'16,"18"0"-16,35 0 16,0 0-16,35 0 15,35 18-15,1-1 16,35 36-16,-18-17 16,18-36-16,-18 0 15,-35 0-15,-18 0 16,-35 0-16,17 0 15,-17 0-15,0-18 16,0 0-16,0 18 16,-18 0-16,18 0 15,-18 0-15,1 0 16,-19 0-16,19 0 16,-19 0-16,1 0 15,0 0 1,17 0-1,-18 0 32,1 0-31,0 0 0,-1 0-16,1 0 15,17 0 48,-17 0-48,0 18 1,-1 0-16,1-18 16,-18 17-16,35 1 15,-17-18 16,-1 18-15,1-18 0,17 17 77,-35 1-93,18 0 16,0 17 0,-18 0-16,0 18 15,0 0-15,0 18 16,0-19 0,0 19-16,0-36 15,0 36-15,-18-1 16,0 19-16,1-36 15,-1 17-15,18-17 16,0 0-16,0 0 16,0 0-16,0 35 15,0-35-15,0 18 16,0-18-16,0-18 16,0 18-16,0-18 15,0 0 1,0-17-16,0 0 15,0-1-15,0 19 16,0 16-16,0-16 16,0-19-16,0 19 15,0-19-15,-18 1 110</inkml:trace>
  <inkml:trace contextRef="#ctx0" brushRef="#br0" timeOffset="247807.3034">953 17043 0,'35'0'46,"36"0"-46,34 0 0,1 0 16,35 0-16,-35 0 16,-18 0-16,18 0 15,-18 0 1,-17 0-16,35 0 16,-18 0-16,-17 0 15,-18 0-15,17 0 16,-52 0-16,35 0 15,-36 0-15,1 0 16,0 0-16,17 0 16,-17 0-16,-1 0 15,19 0-15,34 0 16,-52 0-16,-1 0 16,19 0-16,-19 0 15,1 0 1,0 0-16,-1 0 15,1 0-15,17 0 47,-17 0-31,-1 0 0,1 0-16,0 0 15,-1 0-15,1 0 16,17 0-16,-35-18 15,18 18-15,17 0 16,0 0 15,-17 0-15,0 0-16</inkml:trace>
  <inkml:trace contextRef="#ctx0" brushRef="#br0" timeOffset="248985.0285">4181 15208 0,'18'0'16,"-18"18"0,0 35-16,0-18 15,0 0-15,0 18 16,0 18-16,0-18 16,0 35-16,0 0 15,0 18-15,17 0 16,-17-35-16,0-19 15,0 1 1,0-17-16,0 17 0,0-18 16,0 18-1,0 0-15,0 0 16,0-18-16,0-17 16,0 17-16,0 18 15,0 0-15,0-36 16,18 36-16,0-17 15,-18 17-15,-18-1 16,0-16-16,18 17 16,0 0-16,0-18 15,0-17-15,0 17 16,0-18-16,0-52 141</inkml:trace>
  <inkml:trace contextRef="#ctx0" brushRef="#br0" timeOffset="250280.9508">4375 15244 0,'18'0'0,"-1"0"16,1 0-16,53 0 16,52 0-16,36 0 15,17 0-15,-17 0 16,35 0-16,-88 0 16,18 0-16,-1 0 15,-52 0-15,-1 0 16,-35 0-16,18 0 15,0-18-15,-17 18 16,-1 0-16,-17 0 16,-1 0-16,1 0 15,-1 0-15,19 0 16,-1 0 0,18 0-16,0 0 15,0-18-15,-36 1 16,19 17-16,-19 0 15,19 0 17,-19 0-17,1 0 1,0 0 46,-1 0-46,1 0 0,0 17-1,17 54 1,-35-18 0,0 0-1,0 35-15,0 0 0,0 18 16,0-18-16,0 36 31,0-36-31,0 0 16,35-17-16,-35-1 15,18 18-15,17-35 16,0 106 0,-17-35-1,17-18 1,-35-71-16,0 18 15,18-36 1,-18 1-16,18 0 16,-18 52-1,17-34 1,-17 16-16,0 1 16,0 0-16,0 18 15,0-36-15,0 0 16,0-17-1,0-36 110</inkml:trace>
  <inkml:trace contextRef="#ctx0" brushRef="#br0" timeOffset="251343.9485">4252 17131 0,'0'18'16,"17"-18"-16,36 0 15,18 0 1,52 0-16,18 0 16,-35 0-16,18 0 15,17 0-15,-18 0 16,1 0-16,-36 0 15,-17 0-15,-1 0 16,1 0-16,17 0 16,-17 0-16,-36 0 15,0 0 1,0 0-16,18 0 0,18 0 16,-36 0-1,36 0-15,-1 0 16,-17 0-16,-17 0 15,17 0-15,-18 0 16,-18 0-16,1 0 16,0 0-1,17 0 1,0 0 0,1 0-1,-1 0-15,0 0 16,-17 0-16,-1 0 15,1 0-15,0 0 16,-1 0 47,1 0-48,0 0 1,-1 0-16,1 0 47,17 0-32</inkml:trace>
  <inkml:trace contextRef="#ctx0" brushRef="#br0" timeOffset="253480.2582">335 15985 0,'18'0'31,"-1"0"-31,-17 17 16,0 1-16,0 17 16,0 0-16,0-17 15,0 0 1,0 17-16,0-17 16,0 17-1,0-17 1,0-1-1</inkml:trace>
  <inkml:trace contextRef="#ctx0" brushRef="#br0" timeOffset="254287.7533">1799 17519 0,'0'18'16,"0"17"0,18 1-16,-18-1 15,18-17-15,-1 35 16,-17-18-16,0-18 16,0 19-16,0-1 15,0 0-15,0-17 16,0 0-1</inkml:trace>
  <inkml:trace contextRef="#ctx0" brushRef="#br0" timeOffset="256012.3775">953 16037 0,'17'0'16,"1"0"0,35 0-16,0 0 15,53 0-15,35 0 16,-18 0-16,18 0 16,18 0-16,-18-17 15,-17 17-15,-1 0 16,-17 0-16,-35 0 15,-18 0-15,0 0 16,0 0 0,-18 0-16,0 0 15,0 0-15,18 0 16,0 0-16,-35 0 16,0 0-16,34 0 15,1 0-15,0 0 16,-17 0-16,-1 0 15,-18 0-15,1 0 16,17 0 47,-17 0-48,0 0-15,-18 17 16,17-17-16,19 0 15</inkml:trace>
  <inkml:trace contextRef="#ctx0" brushRef="#br0" timeOffset="257028.9654">2082 15244 0,'0'17'31,"0"1"-31,17 17 16,1 18-16,0-18 16,-1 36-16,19-1 15,-36 54-15,0-1 16,17-17-16,19-35 16,-36-18-16,0 35 15,17 18-15,-17-53 16,0 17-16,0 19 15,0-54-15,0 0 16,0 0-16,0 1 16,0-1-1,0 0-15,0 18 16,0-35-16,0 0 16,0-1-16,0 18 15,0-17-15,0 0 16,0-1-16,0 1 15,0 0 1,-17 17-16,17-17 31,0-1-15,0 1 0</inkml:trace>
  <inkml:trace contextRef="#ctx0" brushRef="#br0" timeOffset="259128.6686">4463 15685 0,'0'17'16,"18"1"-1,0-18 1,17 0-16,0 0 16,18 0-16,-18 35 15,36-35-15,-18 18 16,53 17-16,-18-35 15,18 0-15,-36 0 16,-17 0-16,18 0 16,-53 0-16,35 0 15,17 0-15,1 0 16,34 0-16,-16 18 16,17-18-16,-36 0 15,-35 0-15,18 0 16,18 0-16,-36 0 15,18 0-15,0 0 16,0 0-16,-18 0 16,18-18-16,-18 18 15,-17 0 1,0 0-16,17 0 0,-17 0 78</inkml:trace>
  <inkml:trace contextRef="#ctx0" brushRef="#br0" timeOffset="260143.2274">4587 16196 0,'18'0'32,"-1"0"-17,107 0 1,-54 0-16,18 0 16,36 0-16,-18 0 15,-36 0-15,36 0 16,18 0-16,-18 0 15,-18 0-15,-53 0 16,18-17-16,-18-1 16,1 18-16,-19 0 15,18 0 1,1 0-16,-1 0 0,18 0 16,-18 0-16,1 0 15,-1 0 1,0 0-16,0 0 15,1 0-15,-19 0 16,-17 35 78</inkml:trace>
  <inkml:trace contextRef="#ctx0" brushRef="#br0" timeOffset="260839.5788">4499 16514 0,'17'0'16,"36"0"0,35 0-1,36 17-15,-1 1 16,54-18-16,-1 0 15,-17 0-15,-35 0 16,-19 0-16,19 0 16,-18 0-16,-53 0 15,-36 0-15,19-18 16,-19 18 0,1 0-16,17 0 15,-17 0-15,17 0 16,-17 0-16,17 0 15,0 0-15,-17 0 16,0 0 0,17 0-16,-17 0 15,17 0 1,-18-17 15,1-1-15</inkml:trace>
  <inkml:trace contextRef="#ctx0" brushRef="#br0" timeOffset="261768.218">4904 15491 0,'0'52'16,"0"19"-16,0 35 16,0 17-16,0 1 15,0-18-15,0 70 16,-17-88-16,-18 18 15,35 0-15,-18-35 16,-17-18-16,17 0 16,0 17-16,18 1 15,0-36-15,0 0 16,-17 1-16,17-1 16,0 18-16,0-36 15,0 1 63,17-36-15</inkml:trace>
  <inkml:trace contextRef="#ctx0" brushRef="#br0" timeOffset="262616.3926">5434 15526 0,'35'35'16,"-35"-17"-1,0 17-15,18 36 16,-1 17-16,1-18 16,0 19-16,-18 34 15,0 18-15,0-53 16,0 36-16,0 17 15,0-53-15,0-17 16,0-1-16,0-17 16,0-17-16,0-1 15,0 0-15,0-17 16,0 17-16,0-17 16</inkml:trace>
  <inkml:trace contextRef="#ctx0" brushRef="#br0" timeOffset="263560.6947">5875 15385 0,'0'53'16,"0"35"-16,17-18 16,19 36-16,-36 0 15,17 18-15,1-19 16,0-34-16,17 17 16,-17 0-16,17 1 15,-35-54-15,0-17 16,0 35-1,0-36-15,17 1 0,1 17 16,-18 0-16,0 1 16,0-1-16,0-17 15,0 17-15,0 0 16,0-17 0,0-1-1,0 1 1,0 17 234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09-12T09:34:06.1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1870 14820 0,'18'0'62,"52"18"-46,36-18-16,35 17 16,18 19-16,35-36 15,-35 0-15,17 0 16,-35 17-16,18 1 16,-18-18-16,-17 0 15,17 0-15,-70 0 16,-19 0-1,1-18-15,-17 1 0,-1 17 16,0 0-16,1 0 16,16-18-16,19-17 15,0 17 1,-4129 18-16,8169 0 16,-4094-18-16,1 18 15,17 0-15,0 0 16,1-17-1,-19 17-15,1-18 47,0 18-31,-1 0 0,1 0-16</inkml:trace>
  <inkml:trace contextRef="#ctx0" brushRef="#br0" timeOffset="19369.6819">11291 14820 0,'17'0'63,"19"0"-48,-19 0 1,1 0-1,0 0 1,-1 0 0,1 0-16,0 0 15,17 0-15,0 0 16,18 0-16,18 0 16,-36 0-16,0 0 15,1 0-15,-19 0 16,18 0-16,1 0 15,-1 0-15,0 0 16,18 0-16,18 0 16,-1 0-16,1 0 15,0 0-15,-36 0 16,18 0 0,17 0-16,-17 0 0,0 0 15,18 0-15,-36 0 16,0 0-1,1 0-15,-1 0 0,18 0 16,0 0 0,0 0-16,0 0 15,17 0-15,-35 0 16,36 0-16,0 0 16,34 0-16,-34 0 15,0 18-15,34-18 16,19 0-16,-36 0 15,18 0-15,-18 0 16,-4075 0-16,8151 0 16,-4112 0-16,19 0 15,-36 0-15,1 0 16,-1 0-16,18 0 16,17 17-16,-17-17 15,18 0-15,-18 0 16,35 0-16,18 0 15,0 18-15,0-18 16,17 0-16,-35 0 16,-35 0-16,18 0 15,-1 0-15,1 0 16,-1 0-16,-34 0 16,17 0-16,35 0 15,-18 0-15,1 0 16,17 0-1,-35 0-15,0 0 16,-18 0-16,1 0 16,-1 0-16,0 0 15,-17 0-15,0 0 16,34 0-16,-16 0 16,-1 0-16,18 0 15,18 0-15,-19 0 16,1 0-16,0 0 15,-17 0-15,-1 0 16,0 0-16,0 0 16,18 0-16,0 0 15,18 0-15,-18 0 16,0 0-16,-18 0 16,0 0-16,18 0 15,-18 0-15,-17 0 16,35 0-16,-18 0 15,1 0-15,17 0 16,-18 0-16,0 0 16,0 0-1,18 0-15,0 0 0,-17 0 16,-19 0 0,36 18-16,0-1 15,-35-17-15,17 0 16,36 0-16,-19 0 15,19 0-15,-18 0 16,17 0-16,-52 0 16,35 0-16,-18 0 15,18 0-15,35 0 16,-52 0-16,17 0 16,0 0-16,-36 0 15,19 0-15,16 0 16,-16 0-16,-1 0 15,18 0 1,-18 0-16,1 0 0,-1 0 16,-18 0-16,1 0 15,0 0-15,-1 0 16,19-17 0,-19-1-16,1 18 0,0 0 15,17 0-15,-17 0 16,17 0-1,-18 0 1,1 0-16,35 0 0,-18 0 16,1 0-1,-19 0-15,1 0 16,17 0-16,18 0 16,-35 0-16,17 0 15,-17 0-15,17 0 16,-17 0-16,-1 0 15,1 0-15,17 0 16,-17 0-16,-1 0 16,1 0-16,17 0 15,-17 0 48,0 0-48</inkml:trace>
  <inkml:trace contextRef="#ctx0" brushRef="#br0" timeOffset="21278.8128">11273 13991 0,'-35'0'63,"17"18"-63,-17 17 15,-18 18-15,18 0 16,-18 0 0,18 17-16,-18-17 15,17 18-15,36-18 16,-17-36-16,17 1 16,0 17-16,0-17 15,0-1-15,17 1 16,-17 0-16,18-1 15,0 1-15,17 0 16,0 35-16,1 0 16,-1-53-16,0 17 15,0 1-15,-17-18 63</inkml:trace>
  <inkml:trace contextRef="#ctx0" brushRef="#br0" timeOffset="22176.3439">19459 13797 0,'53'88'16,"35"18"-16,18 17 15,0-17-15,17-35 16,-17 52-16,-18-52 16,-17-18-1,-36-18-15,1 18 0,-1-18 16,-17 1-16,-18-19 16,0 19-16,0-19 15,0 1 1,0-1-16,0 1 0,0 17 15,-36 18-15,-34-70 16,34-1-16,19 18 16,17 35 15</inkml:trace>
  <inkml:trace contextRef="#ctx0" brushRef="#br0" timeOffset="23464.4227">12261 13709 0,'18'17'47,"-1"1"-47,-17 0 15,0 17 1,0 18-16,0-36 16,0 1-16,0 17 15,0-17-15,0 0 16,0 17-1,-17-17 1,-1-1-16,1 1 16,-1-18-16,0 0 15,1 17-15,-1-17 47,-17 0-16,17 0-15,-17 0-16,17 0 16,0 0-16,1 0 15,17-17-15,-35-1 16,35-17-16,-18 35 16,0-18-16,18 1 93</inkml:trace>
  <inkml:trace contextRef="#ctx0" brushRef="#br0" timeOffset="24119.6608">13708 13603 0,'-18'0'16,"1"17"-16,-1 36 15,-17 0-15,35 0 16,-53-18-16,53 18 16,-18 0-16,18 0 15,-18-17-15,1-36 16,17 17 0,0 18-16,0-17 15,0 0-15,0-1 31,0-52 48</inkml:trace>
  <inkml:trace contextRef="#ctx0" brushRef="#br0" timeOffset="24615.248">13796 13585 0,'0'0'0,"35"0"0,1 18 16,-1 17-16,0-17 16,-35-1-1,0 1 1,0 17-1,-35-17-15,17 17 16,-17-17-16,0-1 16,-18 1-16,35-18 15,0 0-15,1 18 16,-1-1-16,1-17 16,-1 0-1,-17 0-15</inkml:trace>
  <inkml:trace contextRef="#ctx0" brushRef="#br0" timeOffset="25465.8176">16725 13744 0,'0'18'16,"0"-1"-16,-18 18 15,18 1-15,0 17 16,0-18-16,0 0 16,0-17-16,0 0 15,0-1 1,0 36 0,0-35-16,18-18 15,-1 17 1,1 1-1,-1-18-15,1 0 0,0 0 16,35 18-16,-18-18 16,0 0-16,-17 0 15,0 0 95,-18-18-95</inkml:trace>
  <inkml:trace contextRef="#ctx0" brushRef="#br0" timeOffset="25919.0816">16689 13603 0,'36'0'31,"-19"17"-31,18-17 15,18 36-15,18-1 16,0-35-16,34 35 16,-87-35-1,0 0 1</inkml:trace>
  <inkml:trace contextRef="#ctx0" brushRef="#br0" timeOffset="26335.0362">16830 13903 0,'36'0'63,"34"0"-48,18 0-15,-52 0 16,-1-18-16,0 0 16,-17 1-16,0-1 15</inkml:trace>
  <inkml:trace contextRef="#ctx0" brushRef="#br0" timeOffset="27470.728">19036 13673 0,'-18'0'0,"0"0"16,-17 0-16,17 18 15,1 0 1,-54 17-16,36-17 0,17 34 15,18-16-15,0-1 16,-17 0-16,17-17 16,0 0-1,0-1-15,0 19 16,17-19-16,1 1 16,0-18-16,17 0 15,0 17-15,-4075-17 16,8133 0-16,-4058 0 15,-17 0 1,17-17-16,-17-1 16,0-17-1,-1 0-15,1-1 0,0 36 16,-18 36 62,0-19-62,0 1-1,0 0-15</inkml:trace>
  <inkml:trace contextRef="#ctx0" brushRef="#br0" timeOffset="40843.7472">11732 17078 0,'-18'18'31,"18"0"-15,53-1-16,35 1 16,106 0-16,36-1 15,17-17-15,0 0 16,-36 0 0,54 0-16,-53 0 15,-71 0-15,-53 0 0,-35 0 16,0 0-1,-35 0-15,17 0 16</inkml:trace>
  <inkml:trace contextRef="#ctx0" brushRef="#br0" timeOffset="47391.1816">3334 17978 0,'0'-17'63,"0"-1"-32,0 0-15,-17 1-1,-1 17-15,0 0 16,-17 0-1,-18 0 1,18 0-16,17 0 16,-17 17-16,35 1 15,-18 0-15,1-1 16,34-17 390,1 0-406,0 0 16</inkml:trace>
  <inkml:trace contextRef="#ctx0" brushRef="#br0" timeOffset="47944.9042">3070 17961 0,'0'0'16,"-18"17"-16,0 18 16,18 1-16,0 17 15,-17-18-15,-1 0 16,0 1-16,18-1 15,0 18-15,0 0 16,-17 0-16,-1-36 16,18 1-16,0 17 15,-17-35 95,17-17-110</inkml:trace>
  <inkml:trace contextRef="#ctx0" brushRef="#br0" timeOffset="48919.561">3352 17872 0,'0'18'47,"0"17"-31,0-17 0,0 0-1,0-1-15,0 1 16,0-1-16,0 1 15,-35 0-15,17-1 16,-17-17-16,-1 36 16,19-36-16,-1 17 15,-35-17 1,36 18-16,-1-18 16,0 0-1,1 0-15,-1 0 16,0 0-16,1 0 15,-1 0-15,-17 0 16,52 0 109</inkml:trace>
  <inkml:trace contextRef="#ctx0" brushRef="#br0" timeOffset="49407.8873">3917 18102 0,'-36'0'16,"1"0"-16,-18 17 16,-18 36-16,19-17 15,-19 16-15,0 1 16,36-35-16,17 17 15,1-35-15,-1 36 16</inkml:trace>
  <inkml:trace contextRef="#ctx0" brushRef="#br0" timeOffset="49960.4771">3846 17978 0,'18'0'15,"-18"18"-15,0 35 16,17 0-16,19 53 15,-36-1-15,0-16 16,0-19-16,0 1 16,0-36-16,17 0 15,1-35 1,-1 0 31,36-35-32,18-18-15,17-17 16,18-1-16,-18 0 16,-17 18-16,-36-17 15,0-1-15,-17 36 16,0 0-16,-18 17 16,0 0-16,0-17 15,0 18 1</inkml:trace>
  <inkml:trace contextRef="#ctx0" brushRef="#br0" timeOffset="51015.1852">5257 17837 0,'0'0'0,"-35"0"0,17-18 15,-35 1-15,36 17 16,-36 0-16,0 0 16,-35 17-16,35 19 15,-35 17-15,70-18 16,-35 18-16,35-18 15,18 0-15,0 1 16,0-1-16,0-17 16,0-1-16,0 19 15,0-19-15,0 18 16,0 1 0,36-36-1,-19 0 1,19 0-16,-1 0 15,18 0-15,35 0 16,-17 0-16,-18 0 16,-1 0-16,-16 0 15,-1 0 1,-35-18-16,18 0 0,-18 54 109,0-19-93,0 1 0,17 0-16,1-1 15,-18 1 16,18 17 16</inkml:trace>
  <inkml:trace contextRef="#ctx0" brushRef="#br0" timeOffset="54950.6538">7321 17784 0,'0'18'15,"0"17"1,0 18-16,0-18 0,0 36 16,0-18-1,0-18-15,0-17 16,0 35-16,-17-36 15,17 19-15,0-19 16,0 1-16,-18 17 16,18-17-1,-18-1 1,18 1 0</inkml:trace>
  <inkml:trace contextRef="#ctx0" brushRef="#br0" timeOffset="55911.591">7392 17784 0,'0'0'0,"53"0"0,0 0 16,-36 18-16,19-1 16,-1-17-16,0 36 31,-35-19-15,0 1-16,18 17 15,-18 1-15,0-19 16,0 1-16,-18 35 15,-17-53 1,0 17-16,-1 1 16,-16-18-16,16 0 15,-17 0-15,18 18 16,0-1-16,17 1 16,0-18 30,-17 0-30,70 18 93,54-1-93,-36-17-16,-18 36 16,0-19-16,-35 18 15,35-35 1,-35 36-16,36-19 16,-36 1-1,17 0 95,19-18-79,-1 0-16,0 0-15</inkml:trace>
  <inkml:trace contextRef="#ctx0" brushRef="#br0" timeOffset="56708.432">8151 17766 0,'-18'18'0,"0"17"15,-17 18-15,-18 53 16,18-18-16,0-52 16,-18 34-16,17 1 15,1-36-15,17 0 16,1 1-16,-1-19 16,0 1-16,1 17 15,-1 1-15,18-54 78</inkml:trace>
  <inkml:trace contextRef="#ctx0" brushRef="#br0" timeOffset="57161.615">8098 17961 0,'35'0'16,"-17"0"-16,-1 52 15,19-16 1,-19 17-16,18-18 0,-17 0 16,0 1-16,-1-1 15,1 0 1,-18-17-16,0 17 0,0-17 15,18 17-15,-18-17 16,17 17-16,-70-35 109</inkml:trace>
  <inkml:trace contextRef="#ctx0" brushRef="#br0" timeOffset="57446.7194">7745 18172 0,'0'-17'0,"35"17"15,-17-18 1,17 18-16,0 0 16,1 0-16,17-18 15,-18 18-15,0 0 16,0 0-16,-17 0 15,17 0 1</inkml:trace>
  <inkml:trace contextRef="#ctx0" brushRef="#br0" timeOffset="58271.0272">8592 17855 0,'0'17'15,"0"1"-15,17 53 16,-17-19-16,0 1 15,0 0-15,-35 0 16,35 0-16,-35-18 16,17-17-16,18 0 15,18-18 32,17-36-31,-17 1-16,35-18 15,-36 18-15,18 17 16,-35 1-16,0-19 16,18 19-16,0 17 15,-18 17 32,0 19-31,0 17-16,0 0 15,-18 17-15,0-17 16,1 0-16,17-18 16,0-17 15,17-18-15,36 0-1,0-35-15,53-36 16,-35 0-16,-18 1 15,0-18-15,-18 52 16,-17 1-16,-18-18 16,17 18-16,-17 17 15,0 1-15,0-1 32,18 0-32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09-12T09:38:03.4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15948 11750 0,'0'0'0,"18"0"46,0 0-46,-1 0 16,36 0 0,-35 0-16,17 36 15,0-19-15,-17 18 16,35 18-16,-35-17 16,-18-1-1,0-17-15,17 35 0,1 17 16,-18-35-16,0 36 15,-18 0-15,-17-1 16,17-52-16,-17 17 16,-18-17-1,35 17-15,1-35 16,17 18 46,35-18-46,0 0-16,54-18 16,16 0-16,-16 18 15,-19 0-15,-17 0 16,-18 0-16,1 0 62</inkml:trace>
  <inkml:trace contextRef="#ctx0" brushRef="#br0" timeOffset="5652.8092">7745 5116 0,'0'18'15,"0"35"1,0 18-16,-35 34 15,17 1-15,0-53 16,18 0-16,-17-18 16,17-17-16,0 0 15,-18 17-15,18 0 16,-18-17 0</inkml:trace>
  <inkml:trace contextRef="#ctx0" brushRef="#br0" timeOffset="6468.7844">8274 4922 0,'-18'0'0,"1"0"16,-1 0-16,-35 53 15,18 0-15,0 0 16,-1 0-16,-17 0 16,36 18-1,-1-1-15,-17 1 16,35 17-16,-18-35 15,1 17-15,17 1 16,0-18-16,0-18 16,17-17-16,1 0 15,17-18 1,-17 0-16,17 0 16,18 0-16,0-18 15,0-17-15,-18-1 16,-17 1-16,-18 17 15,0-17-15,0 0 16,0 17-16,0-17 16,-18 17-16,-4075 18 15,8151 0 1,-4076 0-16,1 0 16,-19 0-1,1 0-15,-18-17 16,35 17-1,1 0-15,-1 0 16,1-18 0,-1 18-1,0 0 1,1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09-12T09:38:50.8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2417 11962 0,'18'0'32,"17"0"-17,35 0 1,19-18-16,-1 1 15,35 17-15,36 0 16,18 0-16,-19 0 16,36 0-1,-17 0-15,87 0 16,-34 35-16,-1-17 16,18-1-16,-35-17 15,-53 0-15,-36 0 16,1 18-16,-36-18 15,18 0-15,-53 0 16,17-18-16,18 18 16,18-17-16,-18-1 15,18 18-15,18 0 16,-18 0-16,35 0 16,-18 0-16,89 0 15,-106 0 1,-18 0-16,18 0 15,-36 0-15,-17 0 16,18 0-16,-18 0 16,17 0-16,-34 0 15,34 0-15,-17 0 16,-18 0-16,1-18 16,-1 18-16,0-17 15,1-1-15,-1 18 16,-17 0-1,-1 0-15,1-18 16</inkml:trace>
  <inkml:trace contextRef="#ctx0" brushRef="#br0" timeOffset="1178.6833">4887 9227 0,'0'18'15,"-18"17"1,1 89-16,17-18 16,-18 35-16,0 17 15,1-69-15,17 17 16,0-18-16,0-18 16,0 1-16,0-18 15,0 0 1,0-18-16,0 18 15,-4076 0-15,8152 0 16,-4076 0-16,-18 17 16,0 19-1,1 16-15,-1 19 0,-17-1 16,-1 36-16,19-18 16,-18 18-16,-1-18 15,-17 53-15,36-52 16,-1 52-16,18-18 15,0 18-15,0-53 16,0-17-16,0-18 16,0 17-16,0-35 15,0 1-15,0 34 16,18-70-16,17 18 16,-17 17-16,17 18 15,-35-71 1,35 35-16,-17-17 15,-18-17-15,17-1 16,-17 0-16,18 1 16,-18-19-1,18 1-15,-18-1 16,0 1-16,0 0 16,17-1-16,-17 1 15,18 17 1,-18 1-1,0-19 1,0 1 15</inkml:trace>
  <inkml:trace contextRef="#ctx0" brushRef="#br0" timeOffset="13633.3662">10356 9545 0,'0'17'46,"17"1"-46,19 53 16,52-18-16,-35 17 16,0-17-1,53 18-15,-18-1 0,0 18 16,18 1-16,-18-19 16,-35 1-1,18-1-15,-36-34 16,0 34-16,18 18 15,18-17-15,-18 0 16,70 34-16,-17-16 16,-18-1-16,-35-35 15,18 17-15,-18-34 16,35 52-16,-18 0 16,-17-17-16,18-1 15,-1 19-15,1-37 16,-18 1-16,18 0 15,-54-17-15,54-1 16,-54-17-16,19 17 16,17 18-16,35 17 15,0 1-15,-17 35 16,-1-18-16,18-17 16,-17-19-1,17 19-15,-17-18 0,-1 18 16,-17-19-16,0 1 15,-18-17-15,1-1 16,34 53-16,-17 18 16,35 0-1,18 0-15,-18-18 16,54 0 0,-72-53-16,-35 18 15,1-35-15,-1 0 16,-17-1-1,-1 1-15,19 35 16,-1 0-16,0 0 16,0 0-16,18 0 15,-17 17-15,-1-17 16,0-18-16,36 18 16,-36-17-16,-17-1 15,17-35-15,-17 35 16,-1-35-16</inkml:trace>
  <inkml:trace contextRef="#ctx0" brushRef="#br0" timeOffset="15314.8973">14890 9404 0,'0'-18'31,"-53"18"-15,18 18-16,-1-1 15,-17 54-15,-17-36 16,-18 36 0,35-1-16,-36 19 15,37-19-15,-37 1 16,1 35-16,0-18 16,0-18-16,-18 19 15,35-37-15,-35 19 16,1 0-16,34-1 15,-17-35-15,17 18 16,18 18-16,0 0 16,0 17-16,1 0 15,-54 18-15,35 0 16,1 0-16,34-18 16,-17-18-16,0 36 15,0-18-15,1 1 16,16-54-16,-17 18 15,18 35-15,0-35 16,0 18-16,-36-1 16,18 18-16,0 1 15,0-1-15,18 0 16,-18 0-16,0-17 16,0-18-16,0 17 15,18 1-15,-36 17 16,36-35-16,-18 35 15,18-35 1,-18 18-16,18-36 16,-1 0-16,1-17 15,17 17-15,-35-17 16,-35 35-16,53-18 16,0 0-16,-1-17 15,1 0-15,-18-1 16,0 19-16,18-1 15,0-35-15,-1 35 16,19-35-16,-1 18 16,18-1-16,-17-17 15,17 18-15,-36-18 16,36 35-16,-35-17 16,35 17-16,-35-35 15,35 36-15,-18-19 31,18 1-15,-18 0 15,1-1 16,17 1-31,-18-1-16,-35 19 15,53-19-15,-35 1 16,17 0 0,1-1-16,17 1 15,-18 0 17,18-1-32,-18 1 15,1 0-15,-1-1 16,18 18-1,-35-35 1</inkml:trace>
  <inkml:trace contextRef="#ctx0" brushRef="#br0" timeOffset="27094.7285">18842 10286 0,'0'17'31,"0"19"-15,0 34-1,0 36-15,0 0 16,0 18-16,0-1 16,0 1-16,0-19 15,-18 72-15,18-89 16,0 36-16,0-1 15,18-35-15,-1 36 16,19-18 0,-36-53-16,17-18 15,1 0-15,-1 0 16,1 1-16,-18-19 16,18 1-16,-1 17 15,1 18-15,17 0 16,-17 53-16,0 0 15,35 35-15,-18-17 16,-18-1-16,-17 1 16,0-1-16,-17-17 15,-36 35-15,18-17 16,17-36-16,-17 18 16,35-36-16,0 1 15,0-18-15,0 0 16,0-18-16,0 0 15,0-17 1,0-1 15,-18 1-31,0 0 0</inkml:trace>
  <inkml:trace contextRef="#ctx0" brushRef="#br0" timeOffset="28581.9969">18965 10550 0,'18'0'0,"-1"0"15,1 0-15,17 0 16,36 0-16,-1 0 16,36 0-16,35 0 15,18 0-15,0 0 16,53 0-16,-1 0 15,1 0-15,-18 0 16,18 0-16,-71 0 16,0 0-16,-17 0 15,-19 0-15,-52 0 16,0 0-16,0 0 16,0 0-16,-18 0 15,18 0-15,-17 0 16,-1 0-16,0 0 15,1-17-15,-19 17 63,1 0-63,-1 0 31,1-18-31,-18 36 110,0-1-110,0 19 15,0 34-15,0 1 16,-35 35-16,17 0 15,1 52-15,17-52 16,-36 53-16,1-71 16,17 18-16,1-35 15,-1 52-15,-17-35 16,35 1-16,0 17 16,-36-18-16,19 18 15,-1-36 1,18-17-16,0 18 0,0-18 15,-17 0-15,17-1 16,0 1-16,0 0 16,-18 0-16,18 35 31,0-52-31,0-1 16,0 0-16,0 1 15,0 17-15,0-1 16,0 1-16,0 0 15,0 0-15,0 0 16,0-18-16,0 1 16,0-19-16</inkml:trace>
  <inkml:trace contextRef="#ctx0" brushRef="#br0" timeOffset="29517.5479">18930 13215 0,'17'0'15,"19"0"-15,17 0 16,17 0-16,54 53 15,35-18-15,35-18 16,-18 19-16,-17 34 16,35-52-16,0-18 15,-18 0-15,18 0 16,-52 0-16,-54 0 16,0 0-1,-35 0-15,0 0 0,0 0 16,-36-18-16,19 18 15,-1-17-15,0-1 16,0 18-16,-17 0 16,17 0-1,18 0-15,0 0 0,0 0 16,-18 18 0,1-18-16,-19 0 15,1 0-15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09-12T09:40:23.8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5716 9757 0,'-18'0'62,"1"0"-46,-19 0-16,1 17 16,0 18-16,0 1 15,-36 34-15,0-17 16,36-17-16,18-19 16,-19 36-16,19-18 15,17-17-15,0 0 31,0-1-31,0 1 16,0 17-16,0-17 16,17 0-16,1-18 15,0 17-15,17-17 16,-18 35-16,1-35 16,35 18-16,-18-18 15,-17 18-15,0-18 16,17 0-16,0 17 15,-17-17 126,-1 0-125,1 0-16,17 0 15</inkml:trace>
  <inkml:trace contextRef="#ctx0" brushRef="#br0" timeOffset="959.489">6369 9827 0,'0'-18'16,"-18"1"-1,0 17 1,1 0-16,-1 0 16,1 0-16,-1 0 15,-17 0-15,-1 0 16,19 53 0,-19 0-16,19-36 0,-1 19 15,18-1-15,0 18 16,18-18-16,35 0 15,17-17-15,-34 17 16,-1 1 0,0-19-16,-35 1 31,-18-18-31,1 18 16,-1-1-16,-17 1 15,17-18-15,1 17 16,-19 1-16,19-18 15,-19 0 1,1 0 0</inkml:trace>
  <inkml:trace contextRef="#ctx0" brushRef="#br0" timeOffset="1367.6792">6880 10303 0,'-17'0'16,"-1"0"-16,0 0 16,-34 0-16,16 0 15,1 0-15,0 18 16,17 0-16,-17-1 16,17-17-16,0 18 15,1-18 1,-1 0-16</inkml:trace>
  <inkml:trace contextRef="#ctx0" brushRef="#br0" timeOffset="2023.0058">7551 9862 0,'-18'0'15,"18"36"1,-18-1 0,1 0-16,-36 18 15,35-18-15,1 18 16,-19-17-16,1-1 16,17 0-16,1 1 15,-1-19-15,18 18 16,0-17-1,18 0 1,-1-18-16,1 0 16,0 0-16,-1 0 15,1 0-15,0 0 16,17 0-16,0 0 16,0 0-16,-17 0 15,17 0-15,1 0 16,-36-18 62</inkml:trace>
  <inkml:trace contextRef="#ctx0" brushRef="#br0" timeOffset="2471.2976">7251 10056 0,'0'-17'47,"35"17"-47,-17 0 0,35-18 16,17 18-16,-17 0 15,0 0-15,0 0 16,-35 0-16,17 0 16,-17 0-1</inkml:trace>
  <inkml:trace contextRef="#ctx0" brushRef="#br0" timeOffset="3135.2594">7957 9827 0,'0'18'15,"0"-1"1,0 1 0,0 17-16,17 36 0,-17-36 15,18 18-15,-18 0 16,0-18-16,0-17 15,0 0-15,0 17 16,-18-35 0,1 0-16,-19 18 15,-34 17-15,17-35 16,17 0-16,19 35 16,-1-35-16,1 18 15,-1-1 188</inkml:trace>
  <inkml:trace contextRef="#ctx0" brushRef="#br0" timeOffset="18223.1658">8309 13903 0,'18'0'16,"17"0"-1,1 0 1,-19 0-16,18 0 15,18 0-15,18 0 16,-36 0-16,18 0 16,0 0-16,-18 0 15,1 0-15,-1 0 16,-17 0-16,17 0 16,-17 0-16,17 0 15,-18 0 1,19 0-16,-19 0 15,1 0-15,0 0 16,-1 0-16,1 0 16,0 0-1,17 0-15,-17 0 16,-1 0 0,1 0-16,-1 0 15,1 0 1,17 0-1,-17 0 1,17 0 0,-17 0-16,17 0 15,1 0-15,-1 0 16,18 0-16,-18 0 16,-17 0-16,-1 0 15,1 0-15,17 0 16,-17 0-16,0 0 15,17 0-15,-18 0 16,1 0 0,0 0-16,-1 0 15,19 17-15,-19-17 16,1 0-16,0 0 16,-1 0-16,18 0 15,1 0 1,-1 0-16,0 0 0,1 0 15,-19 0-15,1 0 16,35 0-16,-18 0 16,0 18-1,-17-18-15,17 18 16,-17-18-16,0 0 16,-1 0-16,36 0 15,-35 0-15,-1 0 16,1 0-16,0 0 15,-1 0-15,1 0 16,0 0-16,-1 0 16,1 0-16,17 0 15,-17 17 1,0-17-16,-1 0 16,1 0-16,-1 0 15,1 0-15,0 0 16,17 0-1,-17 0 1,-1 0 0,1 0-16,0 0 15,17 0-15,0 0 16,18 0-16,-18 0 16,1-17-16,-1 17 15,18 0-15,-35-18 16,-1 18-16,1 0 15,-1 0-15,1 0 16,17 0 0,-17 0-16,0 0 15,17 0-15,-17 0 16,34-18-16,-16 18 16,-19 0-1,1-17-15,0 17 16,17-18-1,-17 18 17,-1 0-17,1 0 48,0 0-48,-1 0-15,1 0 16,-1 0-16</inkml:trace>
  <inkml:trace contextRef="#ctx0" brushRef="#br0" timeOffset="23111.8204">8927 14661 0,'17'0'16,"1"0"-16,0 0 16,-18 18-16,35 17 15,0 1-15,-17-1 16,0 0-16,-1-17 15,-17 17-15,0 0 16,0 1-16,0-1 16,0-17-16,0-1 15,-35 1-15,17-1 16,-17 1-16,17-18 16,-17 18-16,0-1 15,17-17 1,1 0 156</inkml:trace>
  <inkml:trace contextRef="#ctx0" brushRef="#br0" timeOffset="23911.1418">9280 14697 0,'-53'0'16,"17"17"-16,19 1 16,-18 0-16,-1 17 15,1 0-15,0 18 16,35-18-16,0 1 16,0-19-16,0 1 15,0 0-15,17-1 16,19 18-16,-36-17 15,35-18-15,-17 18 16,-1-1-16,18 1 16,1-18 46,-19 0-62,36 18 31,-35-18-31,17 0 32,-17 0-17,0 0 1,17 0-16,0 0 16,-17 0-16,-1 0 109,1 0-93</inkml:trace>
  <inkml:trace contextRef="#ctx0" brushRef="#br0" timeOffset="24344.7145">9791 14961 0,'18'0'47,"0"0"-31,17 0-16,18 0 15,0 0-15,0 0 16,17 0-16,-35 0 15,1 0-15,-19 0 16,1 0-16,17 0 31,-17 0 16,0 0-31,17 0-16,-17-17 15</inkml:trace>
  <inkml:trace contextRef="#ctx0" brushRef="#br0" timeOffset="25015.1796">10744 14767 0,'0'-17'0,"-18"17"16,1-18-16,-1 18 15,-17 0-15,17 0 16,0 0-16,1 0 16,-1 0-16,1 35 15,-1 0-15,0 18 16,1-17-16,17 17 15,0-18 1,0 0-16,17 0 0,1-17 16,0 0-1,-1-18-15,1 17 16,-18 19 0,0-1-1,-18-35-15,1 18 16,17-1-16,-18-17 15,0 18-15,-17 0 16,17-1-16,-17-17 16,0 0-1,17 0-15,-17 0 16,17 0 31</inkml:trace>
  <inkml:trace contextRef="#ctx0" brushRef="#br0" timeOffset="29977.5195">8450 10621 0,'0'35'62,"0"1"-46,0-1-1,0-17-15,18 17 16,0 18-16,-1 0 16,-17 0-16,18-18 15,-18 18-15,18-18 16,-18 0-16,0-17 16,0 0-16,0 35 15,0-18-15,0 0 16,0 1-16,0 16 15,0 1-15,0-35 16,0 17-16,0 1 16,0-19-1,0 1-15,0 17 0,0 0 32,0-17-17,0 0-15,0-1 16,0 1-16,0 17 15,0 1-15,0-19 16,0 1-16,-18 17 16,18 0-16,0-17 15,0 0-15,0 17 16,0-17-16,0-1 16,-18 19-16,18-19 15,-17 1-15,17 17 16,0-17-16,-18 17 15,18-17-15,-18 35 16,18-18-16,-17 0 16,17 1-16,-18-1 15,18 18-15,0-18 16,0 0-16,0-17 16,0 0-1,0 35-15,0-18 0,0-18 16,0 19-16,0-19 15,0 19-15,0-1 16,0 0-16,-17 1 16,-1-1-1,18 0-15,0 0 16,0 1-16,0-1 16,-18 0-16,1 1 15,17-1-15,0-18 16,0 1-16,0 0 15,0-1-15,0 1 16,0 17-16,-18 18 16,0-35-1,18 17-15,0 0 16,0-17-16,0 17 16,0 1-16,-17-36 15,-1 17-15,18 19 16,0-19-1,0 1-15,0 0 16,0-1-16,0 18 16,0 1-16,0-19 15,0 1-15,0 0 16,0 17 31,0-17-32,0 17 1,0-17-16,0-1 31,0 1-31,0-1 47,18 1-47,-18 17 16,17 1-1,-17-19 17,18 1-32</inkml:trace>
  <inkml:trace contextRef="#ctx0" brushRef="#br0" timeOffset="32847.6628">6034 11944 0,'0'18'0,"0"0"16,-18 17-16,0 18 16,1 17-1,17-52-15,0 17 16,-18 1-16,18-19 16,0 19-1,18-36 1,17 0-1,0 0-15,36 0 16,-18-18-16,-18-17 16,18-1-16,-18 19 15,-17-36-15,-1 0 16,19 0-16,-36 18 16,17 17-16,-17 0 15,0 36 48,0 53-48,0-1-15,-17 18 16,-36 1-16,35-1 16,1-35-16,-36 17 15,17-17-15,-34 0 16,34-18-1,-52 1-15,18 17 16,-36-18-16,71-35 16,-1 0-16,36 18 15,-17-18 17,-19 0-32,19-18 15,-19-17-15,19 35 16,-19-36-16,19 19 15,17-19 1</inkml:trace>
  <inkml:trace contextRef="#ctx0" brushRef="#br0" timeOffset="33416.0303">6563 12421 0,'35'0'32,"0"0"-32,18 0 15,-17 0-15,69 0 16,-52 0-16,-17 0 16,-1 0-1,-17 0-15,-1-18 0,1 18 31,-1 0-15,1 0-16</inkml:trace>
  <inkml:trace contextRef="#ctx0" brushRef="#br0" timeOffset="34198.7513">7374 11927 0,'0'17'16,"-17"36"-1,17 53-15,-53-35 16,17 17-16,1 18 16,0-36-1,17-17-15,18-17 0,0-1 16,18-35-16,0 35 16,-1-35-16,18 18 15,1-18 1,-1 0-16,0 0 15,1 0-15,-1 0 16,0-36-16,-35 19 16,0-1-1,35 18 17,-35-35-1</inkml:trace>
  <inkml:trace contextRef="#ctx0" brushRef="#br0" timeOffset="34607.8918">7057 12121 0,'17'0'62,"19"0"-62,105 0 16,-35 17-16,35-17 16,-53 18-16,0 0 15,0-18-15,-70 0 16,0 0-16</inkml:trace>
  <inkml:trace contextRef="#ctx0" brushRef="#br0" timeOffset="61714.3704">16513 8204 0,'-18'0'16,"-17"0"-1,0 18-15,-1 17 0,-17 18 16,1 35-16,34 0 16,18-35-16,-18-18 15,1 1-15,17-19 16,0 19-16,35-19 15,-17 19-15,17-36 16,18 17-16,-18 1 16,0 0-16,1-1 15,-1-17-15,-17 0 16,-1 0-16,18 0 16,1 0-16,17 0 15,-18 0-15,0 0 16,0 0-16,-17 0 15,17 0-15</inkml:trace>
  <inkml:trace contextRef="#ctx0" brushRef="#br0" timeOffset="62111.7947">16813 8380 0,'17'18'16,"36"35"-16,-17-35 15,17 17-15,-36 0 16,18-17-16,-35 17 15,18 0 1,-18-17-16,-18 0 16,-17 17-1,-18-17-15,18-1 0,0 1 16,17-18-16,-17 0 16,17 18-1,0-18 48</inkml:trace>
  <inkml:trace contextRef="#ctx0" brushRef="#br0" timeOffset="62465.3176">17183 8363 0,'0'0'0,"-35"17"16,0 36-16,35 36 0,-18-54 15,18 18-15,-18 0 16,18-18-16,0-17 31,0 17-31,18-35 47,0 0-31,17 0-16,0 0 15,1 0-15,-1 0 16</inkml:trace>
  <inkml:trace contextRef="#ctx0" brushRef="#br0" timeOffset="62811.0453">17448 8733 0,'0'18'16,"-18"0"-1,18-1 17,-17-17-32,-1 0 15,0 0-15,-17 18 16,-18-1-16,35-17 16</inkml:trace>
  <inkml:trace contextRef="#ctx0" brushRef="#br0" timeOffset="63464.3325">17677 8469 0,'0'17'16,"0"19"0,0-1-16,0-18 15,0 1 1,0 0-16,18-18 15,-18 17-15,18-17 47,-1 0-47,36 0 16,0-35-16,-18 17 16,1-52-16,-19 52 15,1-17-15,17 0 16,-35-18-16,0 35 15,18 0 1,-18 36 31,0 35-16,-18 18-31,-17 34 16,17-34-16,-35 0 0,0 17 15,0-35-15,18 35 16,-18-70-16,36 17 16,-19-35-1,1 35-15,17-35 47,1-17-31,17-1-16,-18 0 15,18-17-15,-18 0 16</inkml:trace>
  <inkml:trace contextRef="#ctx0" brushRef="#br0" timeOffset="63894.5878">18401 8204 0,'0'0'0,"0"35"16,17 18-16,-17-18 0,0 18 15,0-17-15,0-1 16,0 0 0,-35 1-16,0 34 15,-18-52-15,-18 35 16,18-18-16,18 0 16,17-17-16,-17 0 15,17-18-15,18 17 16,-35-17-16,17 0 15,-17 0 1,0 0 31</inkml:trace>
  <inkml:trace contextRef="#ctx0" brushRef="#br0" timeOffset="64926.8187">19247 8592 0,'18'0'31,"53"18"-15,34 17-16,-34-35 15,0 0-15,17 0 16,-35 0-16,0 0 16,-36 0-16,1 0 15</inkml:trace>
  <inkml:trace contextRef="#ctx0" brushRef="#br0" timeOffset="65242.2347">19900 8522 0,'0'0'15,"124"123"-15,-89-88 0,-17-17 16,-18 17-16,17-17 16,-17 0-1,0-1-15,-35 1 16,17-18-16,-17 17 16,-18 1-16,18-18 15,-18 18-15,53-1 16</inkml:trace>
  <inkml:trace contextRef="#ctx0" brushRef="#br0" timeOffset="65640.2205">21417 8363 0,'0'0'0,"-70"0"0,34 35 15,-16 53-15,-1-35 16,35-18-16,-17 36 16,35-18-16,0-18 15,0-17-15,0 0 16,0-1-16,0 1 15,17-1 1,1-17 0,-18 18-16,35-18 15,-17 0-15,17 0 16</inkml:trace>
  <inkml:trace contextRef="#ctx0" brushRef="#br0" timeOffset="65995.6241">21770 8592 0,'0'0'0,"18"53"0,-1-35 16,-17 17-16,18-35 15,0 0-15,-1 0 16,1 0-16,0 0 16,17 0-16,18-35 15,-35-18-15,-1 17 16,1 1-16,-18 0 16,0-18-16,-35 18 15,-1-1-15,1 19 16,-18 17-16,18 0 15,17 0-15,-17 0 16,0 0-16,17 0 16,0 0-1</inkml:trace>
  <inkml:trace contextRef="#ctx0" brushRef="#br0" timeOffset="66385.2504">22299 8786 0,'0'18'0,"0"-1"16,0 1-16,0 17 16,0 1-1,-35-36-15,17 17 16,1 1-16,-18 0 15,-1-1 1,19-17-16,-1 0 16,0 0-1</inkml:trace>
  <inkml:trace contextRef="#ctx0" brushRef="#br0" timeOffset="66975.2539">22670 8592 0,'0'0'0,"0"35"15,0 1-15,0-1 16,18 0-16,-18-17 0,0 17 16,35-35-1,-18 35-15,1-35 16,-18 18-16,35-18 16,1 0-16,-19 0 15,1-18-15,-18-17 16,35 18-16,-35-1 15,0-35-15,0 35 16,18-17-16,-18 17 16,0-17 15,-18 35-15,-17 0 15,17 0-16,1 0 1</inkml:trace>
  <inkml:trace contextRef="#ctx0" brushRef="#br0" timeOffset="67519.0498">23129 8292 0,'123'194'31,"-105"-158"-31,-1 16 16,19-16-16,-36-1 15,35 0-15,-35-17 16,0 0-16,0-1 16,0 36-16,0-18 15,-35 18-15,17-17 16,0-1 0,1 0-16,-19-17 15,19 0 1</inkml:trace>
  <inkml:trace contextRef="#ctx0" brushRef="#br0" timeOffset="68647.0147">16425 9439 0,'-18'0'15,"-35"0"-15,35 18 16,1 17-16,-18 35 16,-1-34-16,19-1 15,-19 18-15,19 0 16,17-35-16,0-1 16,0 1-16,17 35 31,1-53 0,0 35-15,17-35-16,18 0 15,0 18-15,17-1 16,-17-17-16</inkml:trace>
  <inkml:trace contextRef="#ctx0" brushRef="#br0" timeOffset="69176.2509">17113 9492 0,'0'0'15,"-18"0"-15,-17 0 0,-1 0 16,1 0-16,35 18 15,0 17-15,-17 0 16,17 18-16,0 0 16,0 0-1,17-18-15,-17 0 0,0-17 16,0 0-16,0-1 31,0 1-31,0 0 16,-17-18-16,17 17 15,-18-17-15,0 0 16,1 0 0,-1 0 15,0 0-15,1 0-16,-1 0 15</inkml:trace>
  <inkml:trace contextRef="#ctx0" brushRef="#br0" timeOffset="69471.2108">17395 9880 0,'-18'35'16,"1"-35"0,-1 36-16,-35-19 15,35-17-15,1 18 16,-1-18 0,-35 0-16,36 18 15</inkml:trace>
  <inkml:trace contextRef="#ctx0" brushRef="#br0" timeOffset="69825.8058">17977 9562 0,'0'0'0,"-35"53"0,-18 0 16,0 36-16,53-72 15,0 18-15,0-17 16,0 0-16,0-1 15,18-17-15,-1 0 16,19 0-16,-19 0 16,1 0-1,0 0-15,-1 0 16,1 0 0,-18-17 15,0-1-16</inkml:trace>
  <inkml:trace contextRef="#ctx0" brushRef="#br0" timeOffset="70108.97">17818 9774 0,'18'0'31,"17"0"-15,18 0-16,-35 0 15,17 0 1,0 0-16,1 0 15,-19 0 1</inkml:trace>
  <inkml:trace contextRef="#ctx0" brushRef="#br0" timeOffset="70407.6977">18418 9809 0,'0'0'16,"0"53"-16,18-17 0,-1-19 16,-17 36-16,0-17 15,-17-1 1,-18 0-16,-1 18 0,-34-35 15,34 17-15,1-17 16,0 17-16,17-35 16</inkml:trace>
  <inkml:trace contextRef="#ctx0" brushRef="#br0" timeOffset="70895.0713">19583 10092 0,'52'17'0,"54"1"16,-17 0-16,-19-18 16,89 0-1,-89 0-15,-34 0 16,-19 0-16,19 0 15,-1 0-15</inkml:trace>
  <inkml:trace contextRef="#ctx0" brushRef="#br0" timeOffset="71183.1434">20306 10021 0,'0'0'16,"18"71"-16,17-36 0,-18-17 16,1 17-16,-18 0 15,18-35 1,-18 36-16,-36-36 31,1 35-31,-18-35 16,0 0-16,0 35 15,53-17-15,-35-1 16</inkml:trace>
  <inkml:trace contextRef="#ctx0" brushRef="#br0" timeOffset="71719.3012">21700 9898 0,'-71'53'16,"53"17"-1,-17-35-15,17 18 16,18 18-16,0-18 15,18 17-15,35 1 16,-35-18-16,-1-18 16,19-17-16,-1 0 15</inkml:trace>
  <inkml:trace contextRef="#ctx0" brushRef="#br0" timeOffset="75927.7311">21929 10056 0,'18'0'0,"-1"0"16,36 0 0,-18 0-16,36 0 15,0 0-15,-19-17 16,19 17-16,0 0 15,-18 0-15,-1 0 16,-34-18 62</inkml:trace>
  <inkml:trace contextRef="#ctx0" brushRef="#br0" timeOffset="76262.753">22564 9721 0,'18'36'15,"-18"34"-15,17 1 16,1 17-16,17 35 16,-35-52-16,0-18 15,0 0-15,0 0 16,0-18-16,0-17 16,0-1-16</inkml:trace>
  <inkml:trace contextRef="#ctx0" brushRef="#br0" timeOffset="76527.362">23287 10339 0,'0'17'15,"0"36"-15,0 0 16,-17-17-16,-1-36 15,-17 17-15,17 1 16,1-18-16,-1 0 16,-35 0-16,35 0 15,1 0-15</inkml:trace>
  <inkml:trace contextRef="#ctx0" brushRef="#br0" timeOffset="76951.174">23675 9951 0,'0'88'16,"0"-35"-1,0-18-15,0 18 16,0 0-16,-17 0 15,17-18-15,-18 0 16,18 1-16,0-1 16,-17-17-16,17-1 15</inkml:trace>
  <inkml:trace contextRef="#ctx0" brushRef="#br0" timeOffset="77367.1688">24275 9862 0,'0'0'0,"18"36"16,0 17-16,-18-18 15,0 18-15,0 17 16,-53 1-16,0 0 15,-18-19-15,18 19 16,-17-36-16,34 1 16,1-36-16,35 17 15,-18 1-15</inkml:trace>
  <inkml:trace contextRef="#ctx0" brushRef="#br0" timeOffset="87544.4298">17342 11980 0,'18'17'32,"-18"1"-17,0 0-15,0 17 16,0 0-16,0 18 16,-18-18-16,18-17 15,0 0 1,18-18-1,17 0-15,18 0 16,35-18-16,-53-17 16,1-18-1,-19 17-15,-17 1 0,18 18 16,0-19 0,-18 19-16,0-1 15,0 0-15,0 1 16,-18 17-16,0-18 15,1 18 1,-1 0-16,0 0 16,-17 0 15,17 0-15,18 18-1</inkml:trace>
  <inkml:trace contextRef="#ctx0" brushRef="#br0" timeOffset="88023.9514">17995 12174 0,'17'0'16,"1"0"-16,0 0 15,35 0-15,0 0 16,-1 0-16,-16 0 16,17 0-16,-36 0 15,1 0 1,0 0-1,-1 0 1</inkml:trace>
  <inkml:trace contextRef="#ctx0" brushRef="#br0" timeOffset="88447.769">18524 11891 0,'-53'0'16,"35"36"-16,-34 34 16,34-17-16,-17 0 15,17 0-15,0-18 16,18 1-16,0-19 15,0 36-15,18-53 16,0 18-16,-1-18 16,1 0-16,0 0 15,-1 0 1,1 0 0,-1 0-16,1 0 15,17 0-15,1 0 16,-36-18-1</inkml:trace>
  <inkml:trace contextRef="#ctx0" brushRef="#br0" timeOffset="88751.4439">18612 12068 0,'18'0'31,"0"17"-15,17-17-16,0 0 15,-17 0-15,17 0 16,-17 0-1,-1-35-15,1 0 32,0 35-17</inkml:trace>
  <inkml:trace contextRef="#ctx0" brushRef="#br0" timeOffset="89023.0032">18930 11909 0,'0'0'0,"0"71"16,0 17-16,0-35 16,0-18-16,-18 18 15,18-35-15,0 17 16,0 0-16,0-17 15</inkml:trace>
  <inkml:trace contextRef="#ctx0" brushRef="#br0" timeOffset="89335.4421">19247 12050 0,'18'53'0,"-36"-106"0,36 141 16,0-35-16,-18-17 15,0-19-15,-18 36 16,18-18-16,-18-17 16,1 17-16,-19-17 15,19 0-15,-18-18 16,-1 35-16,19-35 16,-19 0 15</inkml:trace>
  <inkml:trace contextRef="#ctx0" brushRef="#br0" timeOffset="89950.7186">19494 11838 0,'36'18'0,"-36"0"32,0 17-17,0-17 1,-18-1-16,0 1 15,18 0-15,-35-1 32,35 1-17,35-18 17,-17 0-32,17 0 15</inkml:trace>
  <inkml:trace contextRef="#ctx0" brushRef="#br0" timeOffset="94327.2059">17060 11468 0,'0'-18'1813,"53"18"-1798,0 0 1,0 0-16,-1 0 16,-34 0-16,0 0 140,-1 0-124,1 0 0,17 18 140,-17 0-141</inkml:trace>
  <inkml:trace contextRef="#ctx0" brushRef="#br0" timeOffset="96552.2537">17166 11433 0,'0'53'31,"0"-18"-16,0 18-15,0 17 16,0-17-16,-18 36 16,0-1-16,1-18 15,-1 1-15,0-36 16,18 36-16,0-36 16,0-17-1,0 17-15,0-17 0,0 17 16,0-17-1,-17-18 1,17 35 0,-18 0-1,18-17 485,0-1-484,0 1-16,0 0 16,0-1-16,0 19 15,-18-36 32,54 0 141,-19 0 15,1 0-203,0 0 0,17 0 15,-17 0 1,-1 0 125,1 0-126,0 0-15</inkml:trace>
  <inkml:trace contextRef="#ctx0" brushRef="#br0" timeOffset="98544.5187">19036 11609 0,'17'0'31,"1"18"-16,17-18-15,-35 17 16,36 1-16,-19 0 47,36 17-16,-35-17-31,-1-1 16,1-17-16,-18 18 156,0 17-140,0-17-1,0-1 1,0 1-16,0 0 16,0 35-16,0-18 15,0 18-15,0 0 16,0 0-16,0 0 15,0-18-15,0-17 16,0 52-16,0-35 16,0 1-16,0-1 125,-18-17-110,1-1 1,17 1-16,0 0 16,-18-1 46,0-17-62,18 18 16,-17-18-1,17 18 1,-18-18 171,-17 0-187,0 0 16,-1-18-16,1 18 16,17 0 124,-17 0-124,35-18 250</inkml:trace>
  <inkml:trace contextRef="#ctx0" brushRef="#br0" timeOffset="99472.2201">19089 11874 0,'0'35'31,"17"0"-31,1 18 16,0-17-16,-18-1 15,0 0-15,0-17 16,17-1-16,1 1 16,-18 17-16,0 1 47,-18-19-32,-17 1 1,0 0-1,35-1-15,-18-17 125</inkml:trace>
  <inkml:trace contextRef="#ctx0" brushRef="#br0" timeOffset="100174.4395">20094 12068 0,'18'0'31,"-1"0"-15,19 0 0,-1 0-1,0 0-15,1 0 16,-1 0-16,0 0 15,0 0-15,-17 0 16</inkml:trace>
  <inkml:trace contextRef="#ctx0" brushRef="#br0" timeOffset="100511.2175">20306 11891 0,'0'0'0,"0"71"15,0-18-15,0 17 16,0-34-16,0-1 16,0 18-1,0-35-15,0-1 16,0 19-16,-18-19 16,18 1-16,-17-18 15,-1 17 1,0 1 31</inkml:trace>
  <inkml:trace contextRef="#ctx0" brushRef="#br0" timeOffset="100985.9038">21241 11980 0,'0'0'0,"-35"17"15,-1 54-15,1-18 16,17-18-16,1 0 15,-1 1-15,18-19 16,0 1-16,0 0 16,0 17 62,18-35-78,-1 0 15,1 17-15,17 1 16,1-18-16,-19 0 16</inkml:trace>
  <inkml:trace contextRef="#ctx0" brushRef="#br0" timeOffset="102432.105">21700 12103 0,'0'18'16,"-18"35"-16,0 17 16,18-34-16,0-19 15,0 1 1,0-1-1,18-17 1,0 0-16,-1 0 16,19 0-1,-19 0-15,-17-17 16,18-1-16,-18 1 16,0-1-16,17-17 15,-17 17-15,0-17 16,0 17-16,0 0 15,0 1-15,0-1 16,-17 0-16,-18 18 16,17-17-16,-17 17 15,-1 0-15,36-18 16</inkml:trace>
  <inkml:trace contextRef="#ctx0" brushRef="#br0" timeOffset="102935.0625">22052 12244 0,'18'0'16,"0"0"0,-1 0-16,1 0 15,17 0-15,18 0 16,-18 0-16,1-17 15,-1-1-15,0 18 16,-17 0 47,17 0-48</inkml:trace>
  <inkml:trace contextRef="#ctx0" brushRef="#br0" timeOffset="103327.6632">22511 12015 0,'0'88'16,"0"-17"0,0-18-16,0 17 15,0-35-15,0 18 16,0-35-16,0 0 15,0-1-15,0 1 110</inkml:trace>
  <inkml:trace contextRef="#ctx0" brushRef="#br0" timeOffset="103784.6886">22952 12085 0,'0'0'0,"35"36"16,-17 17-16,-18 0 16,18-18-16,-1 0 15,-17 0-15,0 1 16,0-19-16,0 19 16,-17-19-16,-19 19 15,1-1-15,18-17 16,-1-18-16,-17 17 15,35 1-15,-18-18 79</inkml:trace>
  <inkml:trace contextRef="#ctx0" brushRef="#br0" timeOffset="104399.9285">23199 11944 0,'18'0'0,"35"0"16,-18 0 0,-35 18 46,0 0-62,0-1 16,0 1-16,0 0 47,18-18-16,-1 0-31,19 0 15,-19 0 1,1 0-16,-18-18 16,35 18-16,-17 0 31</inkml:trace>
  <inkml:trace contextRef="#ctx0" brushRef="#br0" timeOffset="105983.898">16866 11027 0,'17'0'47,"72"0"-47,87 18 15,89 52-15,105 1 16,89-18-16,-18-36 15,0 19-15,0-19 16,-53-17-16,-141 0 16,-53 0-16,18 0 15,-36 0-15,-35 0 16,18 0-16,-18 0 16,36 0-16,-1 0 15,1-17-15,-19 17 16,19-36-1,-36 1-15,0 17 0,-35-17 16,-18 35-16,18 0 16,0 0-1,17 0-15,-17-18 16,-18 18-16,-35 0 16,-35 0-16,17 0 15,0-17 1,1 17-1,17 0-15,17 0 16,1 17-16,35 1 16,-53 0-16,-1-1 15,-16-17 63</inkml:trace>
  <inkml:trace contextRef="#ctx0" brushRef="#br0" timeOffset="107358.8803">16866 11274 0,'0'18'0,"0"70"16,0 35-16,0 1 16,0-1-16,17 18 15,-17-52-15,0 34 16,0-52-16,0-1 16,0-17-16,0 18 15,0-18-15,0 17 16,0-52-16,0 17 15,0-17-15,0-1 32,0 1-17,0 17 1,0 1 0,-17-19 109,-1-34-110,0-19 1,-17-34-16,17 17 15,-34 18-15,16-18 16,19 17-16,-1 19 16,-17-19-1,35 54 142,0 0-157,17-1 15,-17 19-15,0-19 16,0 19-16,0 17 15,0-1-15,0-34 16,0 35-16,0-18 16</inkml:trace>
  <inkml:trace contextRef="#ctx0" brushRef="#br0" timeOffset="107999.5293">16689 14397 0,'18'-18'0,"0"18"15,-18-18-15,17 1 16,1 17-16,-1 0 15,19 0-15,17-36 16,0 36-16,17-17 16,-17 17-16,0 0 15,-35-18-15</inkml:trace>
  <inkml:trace contextRef="#ctx0" brushRef="#br0" timeOffset="108383.3032">16777 14732 0,'36'0'78,"-19"0"-63,72 0-15,16 0 16,-34-18-16,0-17 16,-1 17-16,-17 1 15,-35 17-15,-1 0 16,1 0-16,0-18 62</inkml:trace>
  <inkml:trace contextRef="#ctx0" brushRef="#br0" timeOffset="109639.1788">18930 14379 0,'17'0'16,"1"53"-16,0 18 16,17-19-16,-35 1 15,0 0-15,0 18 16,0-36-16,0 0 16,0 1-16,-18-1 15,18-17-15</inkml:trace>
  <inkml:trace contextRef="#ctx0" brushRef="#br0" timeOffset="109944.883">19477 14591 0,'0'0'0,"17"0"0,1 0 15,-18 17-15,35-17 16,1 0-16,-1 0 16,18 0-16,-18 0 15,18-17-15,-35 17 16,-1-18-16,-17-17 31</inkml:trace>
  <inkml:trace contextRef="#ctx0" brushRef="#br0" timeOffset="110247.5773">19565 14291 0,'0'0'0,"0"53"0,0 17 16,-18 19-16,1-1 16,-19 18-16,1-18 15,17-53-15,1 0 16,17 1-16,-18-1 16,-17-17-16,35-1 15,0 1-15,0 0 16,-18-1-16,18 1 47,36-36-32</inkml:trace>
  <inkml:trace contextRef="#ctx0" brushRef="#br0" timeOffset="110575.7263">20447 14414 0,'18'71'0,"-36"-142"0,36 212 15,-18-70-15,0 0 16,0-1-16,0-35 16,0 18-16,0-35 15,0 0-15,0-1 16,-18 1 15,0-18-15,1 0-16</inkml:trace>
  <inkml:trace contextRef="#ctx0" brushRef="#br0" timeOffset="111127.4475">18542 13850 0,'0'0'0,"106"17"0,17 19 16,1-1-16,52 0 15,18 1-15,35-19 16,1 1-16,-19-18 16,-52 0-1,18 0-15,-89 0 0,-18 0 16,-34 0-16,17 0 16,-36 0-1,1 0 1</inkml:trace>
  <inkml:trace contextRef="#ctx0" brushRef="#br0" timeOffset="111847.1747">18471 14079 0,'0'0'0,"35"88"16,-35 177-1,0-124-15,0-35 16,0 70-16,0-34 15,0-72-15,-17-17 16,17-18-16,0-17 16,-18-18 46,-17-35-46,0-36-16,-36-17 15,0-18-15,1 53 16,35 18-16,-1 35 16,19 0-1,-1 17 32,18 1-31,0 17-1,0-17-15,-18 0 16,18 17 15,0-17 1,0-1-32,-17 19 15,-1-36-15,18 35 16,-18-18-16,1 1 15</inkml:trace>
  <inkml:trace contextRef="#ctx0" brushRef="#br0" timeOffset="112375.5003">16689 16161 0,'18'0'47,"17"0"-32,18-18-15,18 18 16,35-17-16,-36-1 16,-17 0-16,-18 18 15,1 0-15,-1 0 16,0 0-16,-17 0 15,17 0-15,18 0 16,-35 0-16</inkml:trace>
  <inkml:trace contextRef="#ctx0" brushRef="#br0" timeOffset="112639.1776">16689 16690 0,'0'18'0,"18"-18"15,0 0 1,17 0-16,88 0 15,-17 0-15,18 0 16,-1 0-16,-52-18 16,-18 18-16,17-17 15,-34-1-15</inkml:trace>
  <inkml:trace contextRef="#ctx0" brushRef="#br0" timeOffset="113039.5475">18577 16126 0,'0'0'0,"53"0"16,17 0-16,-17 0 15,36 0-15,16 0 16,1 0-16,-17 0 15,-19-18-15,-35 0 16,1 18-16,-1 0 16,-17 0-1,-1 0-15</inkml:trace>
  <inkml:trace contextRef="#ctx0" brushRef="#br0" timeOffset="113703.6344">18506 16108 0,'0'0'0,"18"53"0,-18 0 16,0 35-1,0 18-15,0-18 0,0 18 16,0-18-16,0-17 16,0-18-16,-18 17 15,-17-17 1,17-35-16,1 17 0,-1 18 15,1-35-15,-1-1 16,18-34 47,0-19-48,0-52-15,18 18 16,-1 17-16,-17-18 15,0 36-15,0 0 16,0 52 31,0 1-47,-17 17 16,-1 0-16,0 1 15,-17-1-15,17 18 16,1-35-16,17-1 15,0 1 48</inkml:trace>
  <inkml:trace contextRef="#ctx0" brushRef="#br0" timeOffset="114279.7979">19194 16390 0,'18'0'0,"17"0"16,-35 18-16,18 17 15,0-17-15,-1 17 16,-17 0-16,0-17 16,0 53-1,-35-18-15,-53 17 16,17-35-16,-17 1 16,17-1-16,19 0 15,16-17 1,36 0-1,0-1 17,71-17-17,52 0 1,18-17-16,-17-1 16,-1 0-16,1 18 15,-54 0-15,-34 0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09-12T09:42:47.5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12402 12950 0,'18'0'94,"53"0"-78,-1 0-1,18 0-15,53-18 0,-70 18 16,17 0-16,-17 0 16,17 0-16,-17 0 15,-36 0 1,-18 0-16,1 0 0,0-17 31,17 17 16,-17 0-16,-1 0-31,1 0 63,17 0-48,-17 0 1,17 0 0,-17 0-16,-1-18 15,1 18 32,0 0-31</inkml:trace>
  <inkml:trace contextRef="#ctx0" brushRef="#br0" timeOffset="895.4697">13373 12650 0,'17'18'78,"-17"17"-78,36-17 16,-19 17-16,18-17 15,1 17-15,-1 0 16,-17-35-16,17 35 15,-17-35-15,-1 0 16,-17 36 15,0-19 1,0 1-32,0 0 15,0-1 1,0 1-16,0 17 15,-17-35 1,-1 0 0,0 0 15,1 0-15,-1 0-16,-17 18 31</inkml:trace>
  <inkml:trace contextRef="#ctx0" brushRef="#br0" timeOffset="2820.8241">14025 12879 0,'18'0'32,"0"0"-32,17 0 15,0 0-15,18 0 16,35 0-16,-17 0 15,17 0-15,-17 0 16,17 0-16,-18 0 16,-34 0-1,17 0-15,0 0 0,0 0 16,-18 0-16,0 0 16,0 0-1,-17 0-15,17 0 0,-17 0 47,0 0-47,-1 0 16,1 0-1,0 0 17,17 0 30,-18 0-46,1 0-1</inkml:trace>
  <inkml:trace contextRef="#ctx0" brushRef="#br0" timeOffset="3655.7537">15137 12756 0,'0'18'140,"17"-1"-140,19 1 16,-36-1-16,17 1 15,1 0-15,0-18 16,-1 17-16,-17 1 31,18-18-31,-18 18 16,0-1 0,0 19 15,0-1-16,-18 0 1,1-17 31,-1-1-31,0-17-16,-17 18 31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2" units="1/cm"/>
          <inkml:channelProperty channel="Y" name="resolution" value="31.76471" units="1/cm"/>
          <inkml:channelProperty channel="T" name="resolution" value="1" units="1/dev"/>
        </inkml:channelProperties>
      </inkml:inkSource>
      <inkml:timestamp xml:id="ts0" timeString="2025-09-12T09:43:12.3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10867 12085 0,'0'18'47,"0"35"-31,0-35-16,0 35 16,18-18-16,-18 18 15,0 0-15,35 53 16,-17-53-16,17 17 15,-35-17 1,0 18-16,36-36 0,-36 18 16,0-18-1,0-17-15,0 35 0,0 0 16,0 17 0,0-17-16,0 0 15,0 0-15,0 53 16,0-53-16,0 0 15,17 0-15,1 17 16,-18-17-16,0 35 16,0-35-16,0-17 15,0 16-15,0 1 16,-18 0-16,1 0 16,-1 0-16,18 53 15,-35-53-15,17 35 16,0-35-16,18-18 15,0 18-15,0-17 16,0-1-16,0 0 16,0 0-1,0 1-15,0-1 0,0-17 16,0-1-16,0 36 16,0-35-1,0 17-15,0-17 16,0-1 15,0 1-31,0 0 16,18-1-1,0-17-15,-18 18 16,0 17 0,0 1 15,0-54 78</inkml:trace>
  <inkml:trace contextRef="#ctx0" brushRef="#br0" timeOffset="2113.3571">10991 12121 0,'18'0'16,"-1"0"-16,54 0 16,-36 0-16,18 0 15,0 0-15,17 17 16,1 19-16,-18-36 16,-18 0-16,18 0 15,18 17-15,-36 1 16,18-18-16,18 0 15,-19 0-15,1 0 16,0 0-16,0 0 16,0 0-1,-18 0-15,1 0 0,17 0 16,-18 0-16,18 0 16,0 0-16,17 0 15,-34 0-15,-1 0 16,18 0-16,0 0 15,-18 0-15,18 0 16,-35 0-16,17-18 16,18 1-16,-18 17 15,0 0-15,1 0 16,-19 0-16,19-18 16,-1 0-1,0 18-15,-17 0 16,17 0-16,0 0 15,1 0-15,-36-17 16,17-1 0,19 18-1,-19 0-15,1 0 16,17 0 0,-35-18-16,18 18 15,-1 0-15,1 0 16,17-17-1,-17 17 1,0 0 0,-1 0-16,1-18 15,0 18-15,-1-17 32,1 17 124,0 0-156,-18 35 15,0-18 1,17 36-16,1-17 16,-18-1-16,0 0 15,0 1-15,0-1 16,0 18-16,0 0 16,0-18-16,0 18 15,0 0-15,0-18 16,0 0-16,-18 1 15,18 17-15,0-18 16,0 0-16,-17 36 31,-1-54-31,0 19 0,18-1 16,0 18-16,0-18 16,0 0-1,0 1-15,-17 17 0,-1 0 16,18 52-16,0-34 15,0-18-15,0 18 16,0-19 0,0 1-16,18-17 0,-18-19 15,17 19 1,-17-1-16,0 0 16,18 18-16,0 0 15,-18 0 1,0 0-16,0 17 0,0-34 15,0-1-15,0 0 16,0 54 0,-18-37-1,0 19-15,1-18 0,17-18 16,0 1-16,-18-19 16,18 18-16,0 1 15</inkml:trace>
  <inkml:trace contextRef="#ctx0" brushRef="#br0" timeOffset="3080.3322">11079 14538 0,'-17'0'16,"17"17"-1,35-17-15,71 18 16,-18-18-16,53 0 15,18 0-15,17 0 16,-17 0-16,0 0 16,17 0-16,-70 0 15,0 0-15,0-18 16,-36 18-16,1-17 16,-36-1-16,0 18 15,18 0-15,-17 0 16,-19 0-16,19-17 15,-1-1 1,0 18-16,18-18 16,-18 18-16,1 0 15,-19 0-15,1 0 16,17 0-16,-17 0 16,-1 0-16,19 0 15,-19 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7430C-5A66-4BD0-A971-34190B6C6019}" type="datetimeFigureOut">
              <a:rPr lang="zh-CN" altLang="en-US" smtClean="0"/>
              <a:t>2025/9/12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C173A-3DA8-4893-B28A-1E15F55C330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07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1135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https://www.bilibili.com/video/BV1VJ41167kE/?spm_id_from=333.1007.top_right_bar_window_history.content.click&amp;vd_source=021ba0b5271dd183456e0c4b3d88a190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7315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在线</a:t>
            </a:r>
            <a:r>
              <a:rPr lang="en-US" altLang="zh-CN" dirty="0" smtClean="0"/>
              <a:t>PS</a:t>
            </a:r>
            <a:r>
              <a:rPr lang="zh-CN" altLang="en-US" smtClean="0"/>
              <a:t>网站</a:t>
            </a:r>
            <a:r>
              <a:rPr lang="en-US" altLang="zh-CN" smtClean="0"/>
              <a:t>https://ps.pic.net/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在线</a:t>
            </a:r>
            <a:r>
              <a:rPr lang="en-US" altLang="zh-CN" dirty="0" smtClean="0"/>
              <a:t>PS</a:t>
            </a:r>
            <a:r>
              <a:rPr lang="zh-CN" altLang="en-US" smtClean="0"/>
              <a:t>网站</a:t>
            </a:r>
            <a:r>
              <a:rPr lang="en-US" altLang="zh-CN" smtClean="0"/>
              <a:t>https://ps.pic.net/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515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一幅图像在计算机中是如何表达的，并且它是以什么形式存储在计算机中的，这些都是我们需要了解的。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数字图像的表示与存储是我们进入图像领域的第一关。只有我们把这第一关过了，才能更加容易地摆布图像，处理图像和操纵图像。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924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两栏内容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两栏内容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5"/>
          <p:cNvSpPr txBox="1"/>
          <p:nvPr userDrawn="1"/>
        </p:nvSpPr>
        <p:spPr>
          <a:xfrm>
            <a:off x="8080932" y="405459"/>
            <a:ext cx="84991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zh-CN" altLang="en-US"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2EEF1883-7A0E-4F66-9932-E581691AD397}" type="slidenum">
              <a:rPr lang="zh-CN" altLang="en-US" sz="150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r>
              <a:rPr lang="zh-CN" altLang="en-US"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200" b="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两栏内容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6" descr="0006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" y="3"/>
            <a:ext cx="9145588" cy="6694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2025/9/12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 descr="C:\Users\Administrator\Desktop\矢量httpwww.3lian.comvector（三联www.3lian.com） (2) [转换]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881" y="189339"/>
            <a:ext cx="551180" cy="45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39" y="4407925"/>
            <a:ext cx="7773750" cy="1362391"/>
          </a:xfrm>
        </p:spPr>
        <p:txBody>
          <a:bodyPr anchor="t"/>
          <a:lstStyle>
            <a:lvl1pPr algn="l">
              <a:defRPr sz="3975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39" y="2907386"/>
            <a:ext cx="7773750" cy="1500534"/>
          </a:xfrm>
        </p:spPr>
        <p:txBody>
          <a:bodyPr anchor="b"/>
          <a:lstStyle>
            <a:lvl1pPr marL="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3pPr>
            <a:lvl4pPr marL="1372235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4pPr>
            <a:lvl5pPr marL="1829435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5pPr>
            <a:lvl6pPr marL="2286635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6pPr>
            <a:lvl7pPr marL="2743835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2025/9/12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80" y="1600573"/>
            <a:ext cx="4039301" cy="4527011"/>
          </a:xfrm>
        </p:spPr>
        <p:txBody>
          <a:bodyPr/>
          <a:lstStyle>
            <a:lvl1pPr>
              <a:defRPr sz="2775"/>
            </a:lvl1pPr>
            <a:lvl2pPr>
              <a:defRPr sz="2400"/>
            </a:lvl2pPr>
            <a:lvl3pPr>
              <a:defRPr sz="2025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008" y="1600573"/>
            <a:ext cx="4039301" cy="4527011"/>
          </a:xfrm>
        </p:spPr>
        <p:txBody>
          <a:bodyPr/>
          <a:lstStyle>
            <a:lvl1pPr>
              <a:defRPr sz="2775"/>
            </a:lvl1pPr>
            <a:lvl2pPr>
              <a:defRPr sz="2400"/>
            </a:lvl2pPr>
            <a:lvl3pPr>
              <a:defRPr sz="2025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2025/9/12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79" y="1535469"/>
            <a:ext cx="4040890" cy="639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25" b="1"/>
            </a:lvl2pPr>
            <a:lvl3pPr marL="914400" indent="0">
              <a:buNone/>
              <a:defRPr sz="1800" b="1"/>
            </a:lvl3pPr>
            <a:lvl4pPr marL="1372235" indent="0">
              <a:buNone/>
              <a:defRPr sz="1575" b="1"/>
            </a:lvl4pPr>
            <a:lvl5pPr marL="1829435" indent="0">
              <a:buNone/>
              <a:defRPr sz="1575" b="1"/>
            </a:lvl5pPr>
            <a:lvl6pPr marL="2286635" indent="0">
              <a:buNone/>
              <a:defRPr sz="1575" b="1"/>
            </a:lvl6pPr>
            <a:lvl7pPr marL="2743835" indent="0">
              <a:buNone/>
              <a:defRPr sz="1575" b="1"/>
            </a:lvl7pPr>
            <a:lvl8pPr marL="3201035" indent="0">
              <a:buNone/>
              <a:defRPr sz="1575" b="1"/>
            </a:lvl8pPr>
            <a:lvl9pPr marL="3658235" indent="0">
              <a:buNone/>
              <a:defRPr sz="157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79" y="2175378"/>
            <a:ext cx="4040890" cy="3952203"/>
          </a:xfrm>
        </p:spPr>
        <p:txBody>
          <a:bodyPr/>
          <a:lstStyle>
            <a:lvl1pPr>
              <a:defRPr sz="2400"/>
            </a:lvl1pPr>
            <a:lvl2pPr>
              <a:defRPr sz="2025"/>
            </a:lvl2pPr>
            <a:lvl3pPr>
              <a:defRPr sz="180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836" y="1535469"/>
            <a:ext cx="4042477" cy="639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25" b="1"/>
            </a:lvl2pPr>
            <a:lvl3pPr marL="914400" indent="0">
              <a:buNone/>
              <a:defRPr sz="1800" b="1"/>
            </a:lvl3pPr>
            <a:lvl4pPr marL="1372235" indent="0">
              <a:buNone/>
              <a:defRPr sz="1575" b="1"/>
            </a:lvl4pPr>
            <a:lvl5pPr marL="1829435" indent="0">
              <a:buNone/>
              <a:defRPr sz="1575" b="1"/>
            </a:lvl5pPr>
            <a:lvl6pPr marL="2286635" indent="0">
              <a:buNone/>
              <a:defRPr sz="1575" b="1"/>
            </a:lvl6pPr>
            <a:lvl7pPr marL="2743835" indent="0">
              <a:buNone/>
              <a:defRPr sz="1575" b="1"/>
            </a:lvl7pPr>
            <a:lvl8pPr marL="3201035" indent="0">
              <a:buNone/>
              <a:defRPr sz="1575" b="1"/>
            </a:lvl8pPr>
            <a:lvl9pPr marL="3658235" indent="0">
              <a:buNone/>
              <a:defRPr sz="157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836" y="2175378"/>
            <a:ext cx="4042477" cy="3952203"/>
          </a:xfrm>
        </p:spPr>
        <p:txBody>
          <a:bodyPr/>
          <a:lstStyle>
            <a:lvl1pPr>
              <a:defRPr sz="2400"/>
            </a:lvl1pPr>
            <a:lvl2pPr>
              <a:defRPr sz="2025"/>
            </a:lvl2pPr>
            <a:lvl3pPr>
              <a:defRPr sz="180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2025/9/12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Desktop\矢量httpwww.3lian.comvector（三联www.3lian.com） (2) [转换]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881" y="189339"/>
            <a:ext cx="551180" cy="45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82" y="273114"/>
            <a:ext cx="3008836" cy="1162320"/>
          </a:xfrm>
        </p:spPr>
        <p:txBody>
          <a:bodyPr anchor="b"/>
          <a:lstStyle>
            <a:lvl1pPr algn="l">
              <a:defRPr sz="202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672" y="273117"/>
            <a:ext cx="5112637" cy="5854469"/>
          </a:xfrm>
        </p:spPr>
        <p:txBody>
          <a:bodyPr/>
          <a:lstStyle>
            <a:lvl1pPr>
              <a:defRPr sz="3225"/>
            </a:lvl1pPr>
            <a:lvl2pPr>
              <a:defRPr sz="2775"/>
            </a:lvl2pPr>
            <a:lvl3pPr>
              <a:defRPr sz="2400"/>
            </a:lvl3pPr>
            <a:lvl4pPr>
              <a:defRPr sz="2025"/>
            </a:lvl4pPr>
            <a:lvl5pPr>
              <a:defRPr sz="2025"/>
            </a:lvl5pPr>
            <a:lvl6pPr>
              <a:defRPr sz="2025"/>
            </a:lvl6pPr>
            <a:lvl7pPr>
              <a:defRPr sz="2025"/>
            </a:lvl7pPr>
            <a:lvl8pPr>
              <a:defRPr sz="2025"/>
            </a:lvl8pPr>
            <a:lvl9pPr>
              <a:defRPr sz="20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82" y="1435437"/>
            <a:ext cx="3008836" cy="4692149"/>
          </a:xfrm>
        </p:spPr>
        <p:txBody>
          <a:bodyPr/>
          <a:lstStyle>
            <a:lvl1pPr marL="0" indent="0">
              <a:buNone/>
              <a:defRPr sz="1425"/>
            </a:lvl1pPr>
            <a:lvl2pPr marL="457200" indent="0">
              <a:buNone/>
              <a:defRPr sz="1200"/>
            </a:lvl2pPr>
            <a:lvl3pPr marL="914400" indent="0">
              <a:buNone/>
              <a:defRPr sz="975"/>
            </a:lvl3pPr>
            <a:lvl4pPr marL="1372235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835" indent="0">
              <a:buNone/>
              <a:defRPr sz="900"/>
            </a:lvl7pPr>
            <a:lvl8pPr marL="3201035" indent="0">
              <a:buNone/>
              <a:defRPr sz="900"/>
            </a:lvl8pPr>
            <a:lvl9pPr marL="3658235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2025/9/12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599" y="4801713"/>
            <a:ext cx="5487353" cy="566870"/>
          </a:xfrm>
        </p:spPr>
        <p:txBody>
          <a:bodyPr anchor="b"/>
          <a:lstStyle>
            <a:lvl1pPr algn="l">
              <a:defRPr sz="202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599" y="612917"/>
            <a:ext cx="5487353" cy="4115753"/>
          </a:xfrm>
        </p:spPr>
        <p:txBody>
          <a:bodyPr/>
          <a:lstStyle>
            <a:lvl1pPr marL="0" indent="0">
              <a:buNone/>
              <a:defRPr sz="3225"/>
            </a:lvl1pPr>
            <a:lvl2pPr marL="457200" indent="0">
              <a:buNone/>
              <a:defRPr sz="2775"/>
            </a:lvl2pPr>
            <a:lvl3pPr marL="914400" indent="0">
              <a:buNone/>
              <a:defRPr sz="2400"/>
            </a:lvl3pPr>
            <a:lvl4pPr marL="1372235" indent="0">
              <a:buNone/>
              <a:defRPr sz="2025"/>
            </a:lvl4pPr>
            <a:lvl5pPr marL="1829435" indent="0">
              <a:buNone/>
              <a:defRPr sz="2025"/>
            </a:lvl5pPr>
            <a:lvl6pPr marL="2286635" indent="0">
              <a:buNone/>
              <a:defRPr sz="2025"/>
            </a:lvl6pPr>
            <a:lvl7pPr marL="2743835" indent="0">
              <a:buNone/>
              <a:defRPr sz="2025"/>
            </a:lvl7pPr>
            <a:lvl8pPr marL="3201035" indent="0">
              <a:buNone/>
              <a:defRPr sz="2025"/>
            </a:lvl8pPr>
            <a:lvl9pPr marL="3658235" indent="0">
              <a:buNone/>
              <a:defRPr sz="202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599" y="5368583"/>
            <a:ext cx="5487353" cy="805048"/>
          </a:xfrm>
        </p:spPr>
        <p:txBody>
          <a:bodyPr/>
          <a:lstStyle>
            <a:lvl1pPr marL="0" indent="0">
              <a:buNone/>
              <a:defRPr sz="1425"/>
            </a:lvl1pPr>
            <a:lvl2pPr marL="457200" indent="0">
              <a:buNone/>
              <a:defRPr sz="1200"/>
            </a:lvl2pPr>
            <a:lvl3pPr marL="914400" indent="0">
              <a:buNone/>
              <a:defRPr sz="975"/>
            </a:lvl3pPr>
            <a:lvl4pPr marL="1372235" indent="0">
              <a:buNone/>
              <a:defRPr sz="900"/>
            </a:lvl4pPr>
            <a:lvl5pPr marL="1829435" indent="0">
              <a:buNone/>
              <a:defRPr sz="900"/>
            </a:lvl5pPr>
            <a:lvl6pPr marL="2286635" indent="0">
              <a:buNone/>
              <a:defRPr sz="900"/>
            </a:lvl6pPr>
            <a:lvl7pPr marL="2743835" indent="0">
              <a:buNone/>
              <a:defRPr sz="900"/>
            </a:lvl7pPr>
            <a:lvl8pPr marL="3201035" indent="0">
              <a:buNone/>
              <a:defRPr sz="900"/>
            </a:lvl8pPr>
            <a:lvl9pPr marL="3658235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2025/9/12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2" descr="C:\Users\Administrator\Desktop\矢量httpwww.3lian.comvector（三联www.3lian.com） (2) [转换]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881" y="189339"/>
            <a:ext cx="551180" cy="45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2025/9/12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0552" y="274702"/>
            <a:ext cx="2057757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80" y="274702"/>
            <a:ext cx="602084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2025/9/12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 descr="C:\Users\Administrator\Desktop\矢量httpwww.3lian.comvector（三联www.3lian.com） (2) [转换]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881" y="189339"/>
            <a:ext cx="551180" cy="45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slow" advClick="0" advTm="0">
    <p:wipe/>
  </p:transition>
  <p:txStyles>
    <p:titleStyle>
      <a:lvl1pPr algn="ctr" defTabSz="81661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6070" indent="-306070" algn="l" defTabSz="816610" rtl="0" eaLnBrk="1" latinLnBrk="0" hangingPunct="1">
        <a:spcBef>
          <a:spcPct val="20000"/>
        </a:spcBef>
        <a:buFont typeface="Arial" panose="020B0604020202090204" pitchFamily="34" charset="0"/>
        <a:buChar char="•"/>
        <a:defRPr sz="2850" kern="1200">
          <a:solidFill>
            <a:schemeClr val="tx1"/>
          </a:solidFill>
          <a:latin typeface="+mn-lt"/>
          <a:ea typeface="+mn-ea"/>
          <a:cs typeface="+mn-cs"/>
        </a:defRPr>
      </a:lvl1pPr>
      <a:lvl2pPr marL="663575" indent="-255270" algn="l" defTabSz="816610" rtl="0" eaLnBrk="1" latinLnBrk="0" hangingPunct="1">
        <a:spcBef>
          <a:spcPct val="20000"/>
        </a:spcBef>
        <a:buFont typeface="Arial" panose="020B0604020202090204" pitchFamily="34" charset="0"/>
        <a:buChar char="–"/>
        <a:defRPr sz="2475" kern="1200">
          <a:solidFill>
            <a:schemeClr val="tx1"/>
          </a:solidFill>
          <a:latin typeface="+mn-lt"/>
          <a:ea typeface="+mn-ea"/>
          <a:cs typeface="+mn-cs"/>
        </a:defRPr>
      </a:lvl2pPr>
      <a:lvl3pPr marL="1020445" indent="-203835" algn="l" defTabSz="816610" rtl="0" eaLnBrk="1" latinLnBrk="0" hangingPunct="1">
        <a:spcBef>
          <a:spcPct val="20000"/>
        </a:spcBef>
        <a:buFont typeface="Arial" panose="020B0604020202090204" pitchFamily="34" charset="0"/>
        <a:buChar char="•"/>
        <a:defRPr sz="2175" kern="1200">
          <a:solidFill>
            <a:schemeClr val="tx1"/>
          </a:solidFill>
          <a:latin typeface="+mn-lt"/>
          <a:ea typeface="+mn-ea"/>
          <a:cs typeface="+mn-cs"/>
        </a:defRPr>
      </a:lvl3pPr>
      <a:lvl4pPr marL="1428750" indent="-203835" algn="l" defTabSz="816610" rtl="0" eaLnBrk="1" latinLnBrk="0" hangingPunct="1">
        <a:spcBef>
          <a:spcPct val="20000"/>
        </a:spcBef>
        <a:buFont typeface="Arial" panose="020B060402020209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37055" indent="-203835" algn="l" defTabSz="816610" rtl="0" eaLnBrk="1" latinLnBrk="0" hangingPunct="1">
        <a:spcBef>
          <a:spcPct val="20000"/>
        </a:spcBef>
        <a:buFont typeface="Arial" panose="020B060402020209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45360" indent="-203835" algn="l" defTabSz="816610" rtl="0" eaLnBrk="1" latinLnBrk="0" hangingPunct="1">
        <a:spcBef>
          <a:spcPct val="20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3665" indent="-203835" algn="l" defTabSz="816610" rtl="0" eaLnBrk="1" latinLnBrk="0" hangingPunct="1">
        <a:spcBef>
          <a:spcPct val="20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61970" indent="-203835" algn="l" defTabSz="816610" rtl="0" eaLnBrk="1" latinLnBrk="0" hangingPunct="1">
        <a:spcBef>
          <a:spcPct val="20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70275" indent="-203835" algn="l" defTabSz="816610" rtl="0" eaLnBrk="1" latinLnBrk="0" hangingPunct="1">
        <a:spcBef>
          <a:spcPct val="20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166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408305" algn="l" defTabSz="8166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816610" algn="l" defTabSz="8166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24915" algn="l" defTabSz="8166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33220" algn="l" defTabSz="8166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2041525" algn="l" defTabSz="8166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449830" algn="l" defTabSz="8166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858135" algn="l" defTabSz="8166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266440" algn="l" defTabSz="8166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80" y="274702"/>
            <a:ext cx="8231029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80" y="1600573"/>
            <a:ext cx="8231029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80" y="6357824"/>
            <a:ext cx="2133971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2025/9/12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743" y="6357824"/>
            <a:ext cx="2896103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4338" y="6357824"/>
            <a:ext cx="2133971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25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775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835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8035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2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4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6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6" Type="http://schemas.openxmlformats.org/officeDocument/2006/relationships/image" Target="../media/image6.emf"/><Relationship Id="rId5" Type="http://schemas.openxmlformats.org/officeDocument/2006/relationships/customXml" Target="../ink/ink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6" Type="http://schemas.openxmlformats.org/officeDocument/2006/relationships/image" Target="../media/image9.emf"/><Relationship Id="rId5" Type="http://schemas.openxmlformats.org/officeDocument/2006/relationships/customXml" Target="../ink/ink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0.jpe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18" Type="http://schemas.openxmlformats.org/officeDocument/2006/relationships/image" Target="../media/image12.jpeg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image" Target="../media/image11.jpeg"/><Relationship Id="rId2" Type="http://schemas.openxmlformats.org/officeDocument/2006/relationships/tags" Target="../tags/tag10.xml"/><Relationship Id="rId16" Type="http://schemas.openxmlformats.org/officeDocument/2006/relationships/notesSlide" Target="../notesSlides/notesSlide7.xml"/><Relationship Id="rId20" Type="http://schemas.openxmlformats.org/officeDocument/2006/relationships/image" Target="../media/image14.jpeg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18.xml"/><Relationship Id="rId19" Type="http://schemas.openxmlformats.org/officeDocument/2006/relationships/image" Target="../media/image13.jpeg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slideLayout" Target="../slideLayouts/slideLayout4.xml"/><Relationship Id="rId18" Type="http://schemas.openxmlformats.org/officeDocument/2006/relationships/image" Target="../media/image18.jpeg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image" Target="../media/image17.jpeg"/><Relationship Id="rId2" Type="http://schemas.openxmlformats.org/officeDocument/2006/relationships/tags" Target="../tags/tag24.xml"/><Relationship Id="rId16" Type="http://schemas.openxmlformats.org/officeDocument/2006/relationships/image" Target="../media/image16.png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5" Type="http://schemas.openxmlformats.org/officeDocument/2006/relationships/tags" Target="../tags/tag27.xml"/><Relationship Id="rId15" Type="http://schemas.openxmlformats.org/officeDocument/2006/relationships/image" Target="../media/image15.jpeg"/><Relationship Id="rId10" Type="http://schemas.openxmlformats.org/officeDocument/2006/relationships/tags" Target="../tags/tag32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13" Type="http://schemas.openxmlformats.org/officeDocument/2006/relationships/image" Target="../media/image22.jpeg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image" Target="../media/image21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20.jpeg"/><Relationship Id="rId5" Type="http://schemas.openxmlformats.org/officeDocument/2006/relationships/tags" Target="../tags/tag39.xml"/><Relationship Id="rId10" Type="http://schemas.openxmlformats.org/officeDocument/2006/relationships/image" Target="../media/image19.jpeg"/><Relationship Id="rId4" Type="http://schemas.openxmlformats.org/officeDocument/2006/relationships/tags" Target="../tags/tag38.xml"/><Relationship Id="rId9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13" Type="http://schemas.openxmlformats.org/officeDocument/2006/relationships/tags" Target="../tags/tag54.xml"/><Relationship Id="rId18" Type="http://schemas.openxmlformats.org/officeDocument/2006/relationships/notesSlide" Target="../notesSlides/notesSlide10.xml"/><Relationship Id="rId3" Type="http://schemas.openxmlformats.org/officeDocument/2006/relationships/tags" Target="../tags/tag44.xml"/><Relationship Id="rId21" Type="http://schemas.openxmlformats.org/officeDocument/2006/relationships/image" Target="../media/image25.jpeg"/><Relationship Id="rId7" Type="http://schemas.openxmlformats.org/officeDocument/2006/relationships/tags" Target="../tags/tag48.xml"/><Relationship Id="rId12" Type="http://schemas.openxmlformats.org/officeDocument/2006/relationships/tags" Target="../tags/tag53.xml"/><Relationship Id="rId17" Type="http://schemas.openxmlformats.org/officeDocument/2006/relationships/slideLayout" Target="../slideLayouts/slideLayout4.xml"/><Relationship Id="rId2" Type="http://schemas.openxmlformats.org/officeDocument/2006/relationships/tags" Target="../tags/tag43.xml"/><Relationship Id="rId16" Type="http://schemas.openxmlformats.org/officeDocument/2006/relationships/tags" Target="../tags/tag57.xml"/><Relationship Id="rId20" Type="http://schemas.openxmlformats.org/officeDocument/2006/relationships/image" Target="../media/image24.jpeg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tags" Target="../tags/tag52.xml"/><Relationship Id="rId5" Type="http://schemas.openxmlformats.org/officeDocument/2006/relationships/tags" Target="../tags/tag46.xml"/><Relationship Id="rId15" Type="http://schemas.openxmlformats.org/officeDocument/2006/relationships/tags" Target="../tags/tag56.xml"/><Relationship Id="rId10" Type="http://schemas.openxmlformats.org/officeDocument/2006/relationships/tags" Target="../tags/tag51.xml"/><Relationship Id="rId19" Type="http://schemas.openxmlformats.org/officeDocument/2006/relationships/image" Target="../media/image23.jpeg"/><Relationship Id="rId4" Type="http://schemas.openxmlformats.org/officeDocument/2006/relationships/tags" Target="../tags/tag45.xml"/><Relationship Id="rId9" Type="http://schemas.openxmlformats.org/officeDocument/2006/relationships/tags" Target="../tags/tag50.xml"/><Relationship Id="rId14" Type="http://schemas.openxmlformats.org/officeDocument/2006/relationships/tags" Target="../tags/tag55.xml"/><Relationship Id="rId22" Type="http://schemas.openxmlformats.org/officeDocument/2006/relationships/image" Target="../media/image2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tags" Target="../tags/tag60.xml"/><Relationship Id="rId7" Type="http://schemas.openxmlformats.org/officeDocument/2006/relationships/image" Target="../media/image27.jpe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6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tags" Target="../tags/tag64.xml"/><Relationship Id="rId7" Type="http://schemas.openxmlformats.org/officeDocument/2006/relationships/notesSlide" Target="../notesSlides/notesSlide12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9" Type="http://schemas.openxmlformats.org/officeDocument/2006/relationships/image" Target="../media/image3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tags" Target="../tags/tag86.xml"/><Relationship Id="rId26" Type="http://schemas.openxmlformats.org/officeDocument/2006/relationships/slideLayout" Target="../slideLayouts/slideLayout4.xml"/><Relationship Id="rId3" Type="http://schemas.openxmlformats.org/officeDocument/2006/relationships/tags" Target="../tags/tag71.xml"/><Relationship Id="rId21" Type="http://schemas.openxmlformats.org/officeDocument/2006/relationships/tags" Target="../tags/tag89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5" Type="http://schemas.openxmlformats.org/officeDocument/2006/relationships/tags" Target="../tags/tag93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20" Type="http://schemas.openxmlformats.org/officeDocument/2006/relationships/tags" Target="../tags/tag88.xml"/><Relationship Id="rId29" Type="http://schemas.openxmlformats.org/officeDocument/2006/relationships/image" Target="../media/image31.jpeg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24" Type="http://schemas.openxmlformats.org/officeDocument/2006/relationships/tags" Target="../tags/tag92.xml"/><Relationship Id="rId32" Type="http://schemas.openxmlformats.org/officeDocument/2006/relationships/image" Target="../media/image34.jpeg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23" Type="http://schemas.openxmlformats.org/officeDocument/2006/relationships/tags" Target="../tags/tag91.xml"/><Relationship Id="rId28" Type="http://schemas.openxmlformats.org/officeDocument/2006/relationships/image" Target="../media/image23.jpeg"/><Relationship Id="rId10" Type="http://schemas.openxmlformats.org/officeDocument/2006/relationships/tags" Target="../tags/tag78.xml"/><Relationship Id="rId19" Type="http://schemas.openxmlformats.org/officeDocument/2006/relationships/tags" Target="../tags/tag87.xml"/><Relationship Id="rId31" Type="http://schemas.openxmlformats.org/officeDocument/2006/relationships/image" Target="../media/image33.jpeg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Relationship Id="rId22" Type="http://schemas.openxmlformats.org/officeDocument/2006/relationships/tags" Target="../tags/tag90.xml"/><Relationship Id="rId27" Type="http://schemas.openxmlformats.org/officeDocument/2006/relationships/notesSlide" Target="../notesSlides/notesSlide14.xml"/><Relationship Id="rId30" Type="http://schemas.openxmlformats.org/officeDocument/2006/relationships/image" Target="../media/image32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01.xml"/><Relationship Id="rId13" Type="http://schemas.openxmlformats.org/officeDocument/2006/relationships/tags" Target="../tags/tag106.xml"/><Relationship Id="rId18" Type="http://schemas.openxmlformats.org/officeDocument/2006/relationships/tags" Target="../tags/tag111.xml"/><Relationship Id="rId3" Type="http://schemas.openxmlformats.org/officeDocument/2006/relationships/tags" Target="../tags/tag96.xml"/><Relationship Id="rId21" Type="http://schemas.openxmlformats.org/officeDocument/2006/relationships/image" Target="../media/image35.png"/><Relationship Id="rId7" Type="http://schemas.openxmlformats.org/officeDocument/2006/relationships/tags" Target="../tags/tag100.xml"/><Relationship Id="rId12" Type="http://schemas.openxmlformats.org/officeDocument/2006/relationships/tags" Target="../tags/tag105.xml"/><Relationship Id="rId17" Type="http://schemas.openxmlformats.org/officeDocument/2006/relationships/tags" Target="../tags/tag110.xml"/><Relationship Id="rId2" Type="http://schemas.openxmlformats.org/officeDocument/2006/relationships/tags" Target="../tags/tag95.xml"/><Relationship Id="rId16" Type="http://schemas.openxmlformats.org/officeDocument/2006/relationships/tags" Target="../tags/tag109.xml"/><Relationship Id="rId20" Type="http://schemas.openxmlformats.org/officeDocument/2006/relationships/notesSlide" Target="../notesSlides/notesSlide1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11" Type="http://schemas.openxmlformats.org/officeDocument/2006/relationships/tags" Target="../tags/tag104.xml"/><Relationship Id="rId24" Type="http://schemas.openxmlformats.org/officeDocument/2006/relationships/image" Target="../media/image37.emf"/><Relationship Id="rId5" Type="http://schemas.openxmlformats.org/officeDocument/2006/relationships/tags" Target="../tags/tag98.xml"/><Relationship Id="rId15" Type="http://schemas.openxmlformats.org/officeDocument/2006/relationships/tags" Target="../tags/tag108.xml"/><Relationship Id="rId23" Type="http://schemas.openxmlformats.org/officeDocument/2006/relationships/customXml" Target="../ink/ink3.xml"/><Relationship Id="rId10" Type="http://schemas.openxmlformats.org/officeDocument/2006/relationships/tags" Target="../tags/tag103.xml"/><Relationship Id="rId19" Type="http://schemas.openxmlformats.org/officeDocument/2006/relationships/slideLayout" Target="../slideLayouts/slideLayout4.xml"/><Relationship Id="rId4" Type="http://schemas.openxmlformats.org/officeDocument/2006/relationships/tags" Target="../tags/tag97.xml"/><Relationship Id="rId9" Type="http://schemas.openxmlformats.org/officeDocument/2006/relationships/tags" Target="../tags/tag102.xml"/><Relationship Id="rId14" Type="http://schemas.openxmlformats.org/officeDocument/2006/relationships/tags" Target="../tags/tag107.xml"/><Relationship Id="rId22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unoob.com/opencv/opencv-tutorial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emf"/><Relationship Id="rId5" Type="http://schemas.openxmlformats.org/officeDocument/2006/relationships/customXml" Target="../ink/ink4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emf"/><Relationship Id="rId4" Type="http://schemas.openxmlformats.org/officeDocument/2006/relationships/customXml" Target="../ink/ink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2.xml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emf"/><Relationship Id="rId5" Type="http://schemas.openxmlformats.org/officeDocument/2006/relationships/customXml" Target="../ink/ink8.xml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image" Target="../media/image53.png"/><Relationship Id="rId7" Type="http://schemas.openxmlformats.org/officeDocument/2006/relationships/customXml" Target="../ink/ink9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8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2.emf"/><Relationship Id="rId4" Type="http://schemas.openxmlformats.org/officeDocument/2006/relationships/customXml" Target="../ink/ink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3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6.emf"/><Relationship Id="rId5" Type="http://schemas.openxmlformats.org/officeDocument/2006/relationships/customXml" Target="../ink/ink13.xml"/><Relationship Id="rId4" Type="http://schemas.openxmlformats.org/officeDocument/2006/relationships/image" Target="../media/image6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png"/><Relationship Id="rId3" Type="http://schemas.openxmlformats.org/officeDocument/2006/relationships/image" Target="../media/image67.emf"/><Relationship Id="rId7" Type="http://schemas.openxmlformats.org/officeDocument/2006/relationships/image" Target="../media/image59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8.png"/><Relationship Id="rId5" Type="http://schemas.openxmlformats.org/officeDocument/2006/relationships/image" Target="../media/image69.png"/><Relationship Id="rId10" Type="http://schemas.openxmlformats.org/officeDocument/2006/relationships/image" Target="../media/image70.emf"/><Relationship Id="rId4" Type="http://schemas.openxmlformats.org/officeDocument/2006/relationships/image" Target="../media/image68.png"/><Relationship Id="rId9" Type="http://schemas.openxmlformats.org/officeDocument/2006/relationships/customXml" Target="../ink/ink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1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0.png"/><Relationship Id="rId5" Type="http://schemas.openxmlformats.org/officeDocument/2006/relationships/image" Target="../media/image63.png"/><Relationship Id="rId4" Type="http://schemas.openxmlformats.org/officeDocument/2006/relationships/image" Target="../media/image7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8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0.png"/><Relationship Id="rId7" Type="http://schemas.openxmlformats.org/officeDocument/2006/relationships/image" Target="../media/image75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5.xml"/><Relationship Id="rId5" Type="http://schemas.openxmlformats.org/officeDocument/2006/relationships/image" Target="../media/image740.png"/><Relationship Id="rId4" Type="http://schemas.openxmlformats.org/officeDocument/2006/relationships/image" Target="../media/image73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6.emf"/><Relationship Id="rId4" Type="http://schemas.openxmlformats.org/officeDocument/2006/relationships/customXml" Target="../ink/ink1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7.emf"/><Relationship Id="rId4" Type="http://schemas.openxmlformats.org/officeDocument/2006/relationships/customXml" Target="../ink/ink1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>
            <a:off x="3492346" y="1702544"/>
            <a:ext cx="2160896" cy="1862841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75"/>
          </a:p>
        </p:txBody>
      </p:sp>
      <p:grpSp>
        <p:nvGrpSpPr>
          <p:cNvPr id="3" name="组合 2"/>
          <p:cNvGrpSpPr/>
          <p:nvPr/>
        </p:nvGrpSpPr>
        <p:grpSpPr>
          <a:xfrm>
            <a:off x="1" y="5663237"/>
            <a:ext cx="9145587" cy="339684"/>
            <a:chOff x="1" y="6406814"/>
            <a:chExt cx="12190412" cy="452774"/>
          </a:xfrm>
        </p:grpSpPr>
        <p:sp>
          <p:nvSpPr>
            <p:cNvPr id="32" name="六边形 31"/>
            <p:cNvSpPr/>
            <p:nvPr/>
          </p:nvSpPr>
          <p:spPr>
            <a:xfrm>
              <a:off x="1" y="6406814"/>
              <a:ext cx="3041773" cy="452774"/>
            </a:xfrm>
            <a:prstGeom prst="hexagon">
              <a:avLst/>
            </a:prstGeom>
            <a:solidFill>
              <a:srgbClr val="5FCA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66" tIns="45732" rIns="91466" bIns="45732" rtlCol="0" anchor="ctr"/>
            <a:lstStyle/>
            <a:p>
              <a:pPr algn="ctr"/>
              <a:endParaRPr lang="zh-CN" altLang="en-US" sz="1575"/>
            </a:p>
          </p:txBody>
        </p:sp>
        <p:sp>
          <p:nvSpPr>
            <p:cNvPr id="33" name="六边形 32"/>
            <p:cNvSpPr/>
            <p:nvPr/>
          </p:nvSpPr>
          <p:spPr>
            <a:xfrm>
              <a:off x="3041775" y="6406814"/>
              <a:ext cx="3063750" cy="452774"/>
            </a:xfrm>
            <a:prstGeom prst="hexagon">
              <a:avLst/>
            </a:prstGeom>
            <a:solidFill>
              <a:srgbClr val="A0BF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66" tIns="45732" rIns="91466" bIns="45732" rtlCol="0" anchor="ctr"/>
            <a:lstStyle/>
            <a:p>
              <a:pPr algn="ctr"/>
              <a:endParaRPr lang="zh-CN" altLang="en-US" sz="1575"/>
            </a:p>
          </p:txBody>
        </p:sp>
        <p:sp>
          <p:nvSpPr>
            <p:cNvPr id="34" name="六边形 33"/>
            <p:cNvSpPr/>
            <p:nvPr/>
          </p:nvSpPr>
          <p:spPr>
            <a:xfrm>
              <a:off x="6095207" y="6406814"/>
              <a:ext cx="3047603" cy="452774"/>
            </a:xfrm>
            <a:prstGeom prst="hexagon">
              <a:avLst/>
            </a:prstGeom>
            <a:solidFill>
              <a:srgbClr val="3190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66" tIns="45732" rIns="91466" bIns="45732" rtlCol="0" anchor="ctr"/>
            <a:lstStyle/>
            <a:p>
              <a:pPr algn="ctr"/>
              <a:endParaRPr lang="zh-CN" altLang="en-US" sz="1575"/>
            </a:p>
          </p:txBody>
        </p:sp>
        <p:sp>
          <p:nvSpPr>
            <p:cNvPr id="35" name="六边形 34"/>
            <p:cNvSpPr/>
            <p:nvPr/>
          </p:nvSpPr>
          <p:spPr>
            <a:xfrm>
              <a:off x="9142810" y="6406814"/>
              <a:ext cx="3047603" cy="452774"/>
            </a:xfrm>
            <a:prstGeom prst="hexagon">
              <a:avLst/>
            </a:prstGeom>
            <a:solidFill>
              <a:srgbClr val="F58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66" tIns="45732" rIns="91466" bIns="45732" rtlCol="0" anchor="ctr"/>
            <a:lstStyle/>
            <a:p>
              <a:pPr algn="ctr"/>
              <a:endParaRPr lang="zh-CN" altLang="en-US" sz="1575"/>
            </a:p>
          </p:txBody>
        </p:sp>
      </p:grpSp>
      <p:sp>
        <p:nvSpPr>
          <p:cNvPr id="36" name="六边形 35"/>
          <p:cNvSpPr/>
          <p:nvPr/>
        </p:nvSpPr>
        <p:spPr>
          <a:xfrm flipV="1">
            <a:off x="1" y="856667"/>
            <a:ext cx="2286397" cy="70072"/>
          </a:xfrm>
          <a:prstGeom prst="hexagon">
            <a:avLst/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66" tIns="45732" rIns="91466" bIns="45732" rtlCol="0" anchor="ctr"/>
          <a:lstStyle/>
          <a:p>
            <a:pPr algn="ctr"/>
            <a:endParaRPr lang="zh-CN" altLang="en-US" sz="1575"/>
          </a:p>
        </p:txBody>
      </p:sp>
      <p:sp>
        <p:nvSpPr>
          <p:cNvPr id="41" name="文本框 5"/>
          <p:cNvSpPr txBox="1"/>
          <p:nvPr/>
        </p:nvSpPr>
        <p:spPr>
          <a:xfrm>
            <a:off x="3738250" y="4437906"/>
            <a:ext cx="1408430" cy="288290"/>
          </a:xfrm>
          <a:prstGeom prst="rect">
            <a:avLst/>
          </a:prstGeom>
          <a:noFill/>
        </p:spPr>
        <p:txBody>
          <a:bodyPr wrap="none" lIns="68588" tIns="34294" rIns="68588" bIns="34294" rtlCol="0">
            <a:spAutoFit/>
          </a:bodyPr>
          <a:lstStyle/>
          <a:p>
            <a:pPr algn="ctr"/>
            <a:r>
              <a:rPr lang="zh-CN" altLang="en-US" sz="142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主讲人：陈鑫强</a:t>
            </a:r>
          </a:p>
        </p:txBody>
      </p:sp>
      <p:sp>
        <p:nvSpPr>
          <p:cNvPr id="42" name="矩形 41"/>
          <p:cNvSpPr/>
          <p:nvPr/>
        </p:nvSpPr>
        <p:spPr>
          <a:xfrm>
            <a:off x="2844602" y="2268005"/>
            <a:ext cx="3601002" cy="761883"/>
          </a:xfrm>
          <a:prstGeom prst="rect">
            <a:avLst/>
          </a:prstGeom>
          <a:noFill/>
          <a:ln>
            <a:noFill/>
          </a:ln>
          <a:effectLst>
            <a:glow rad="1905000">
              <a:srgbClr val="F14124">
                <a:alpha val="40000"/>
              </a:srgbClr>
            </a:glow>
            <a:softEdge rad="1270000"/>
          </a:effectLst>
        </p:spPr>
        <p:txBody>
          <a:bodyPr wrap="none" lIns="68588" tIns="34294" rIns="68588" bIns="34294">
            <a:spAutoFit/>
          </a:bodyPr>
          <a:lstStyle/>
          <a:p>
            <a:pPr algn="ctr"/>
            <a:r>
              <a:rPr lang="zh-CN" altLang="en-US" sz="4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数字图像处理</a:t>
            </a:r>
          </a:p>
        </p:txBody>
      </p:sp>
      <p:sp>
        <p:nvSpPr>
          <p:cNvPr id="19" name="六边形 18"/>
          <p:cNvSpPr/>
          <p:nvPr/>
        </p:nvSpPr>
        <p:spPr>
          <a:xfrm flipV="1">
            <a:off x="2282024" y="858642"/>
            <a:ext cx="2286397" cy="70072"/>
          </a:xfrm>
          <a:prstGeom prst="hexagon">
            <a:avLst/>
          </a:prstGeom>
          <a:solidFill>
            <a:srgbClr val="A0B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66" tIns="45732" rIns="91466" bIns="45732" rtlCol="0" anchor="ctr"/>
          <a:lstStyle/>
          <a:p>
            <a:pPr algn="ctr"/>
            <a:endParaRPr lang="zh-CN" altLang="en-US" sz="1575"/>
          </a:p>
        </p:txBody>
      </p:sp>
      <p:sp>
        <p:nvSpPr>
          <p:cNvPr id="20" name="六边形 19"/>
          <p:cNvSpPr/>
          <p:nvPr/>
        </p:nvSpPr>
        <p:spPr>
          <a:xfrm flipV="1">
            <a:off x="4564048" y="858642"/>
            <a:ext cx="2286397" cy="70072"/>
          </a:xfrm>
          <a:prstGeom prst="hexag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66" tIns="45732" rIns="91466" bIns="45732" rtlCol="0" anchor="ctr"/>
          <a:lstStyle/>
          <a:p>
            <a:pPr algn="ctr"/>
            <a:endParaRPr lang="zh-CN" altLang="en-US" sz="1575"/>
          </a:p>
        </p:txBody>
      </p:sp>
      <p:sp>
        <p:nvSpPr>
          <p:cNvPr id="21" name="六边形 20"/>
          <p:cNvSpPr/>
          <p:nvPr/>
        </p:nvSpPr>
        <p:spPr>
          <a:xfrm flipV="1">
            <a:off x="6859192" y="858642"/>
            <a:ext cx="2286397" cy="70072"/>
          </a:xfrm>
          <a:prstGeom prst="hexagon">
            <a:avLst/>
          </a:prstGeom>
          <a:solidFill>
            <a:srgbClr val="F58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66" tIns="45732" rIns="91466" bIns="45732" rtlCol="0" anchor="ctr"/>
          <a:lstStyle/>
          <a:p>
            <a:pPr algn="ctr"/>
            <a:endParaRPr lang="zh-CN" altLang="en-US" sz="1575"/>
          </a:p>
        </p:txBody>
      </p:sp>
      <p:sp>
        <p:nvSpPr>
          <p:cNvPr id="4" name="文本框 5"/>
          <p:cNvSpPr txBox="1"/>
          <p:nvPr>
            <p:custDataLst>
              <p:tags r:id="rId1"/>
            </p:custDataLst>
          </p:nvPr>
        </p:nvSpPr>
        <p:spPr>
          <a:xfrm>
            <a:off x="3115633" y="4797951"/>
            <a:ext cx="2654935" cy="288290"/>
          </a:xfrm>
          <a:prstGeom prst="rect">
            <a:avLst/>
          </a:prstGeom>
          <a:noFill/>
        </p:spPr>
        <p:txBody>
          <a:bodyPr wrap="none" lIns="68588" tIns="34294" rIns="68588" bIns="34294" rtlCol="0">
            <a:spAutoFit/>
          </a:bodyPr>
          <a:lstStyle/>
          <a:p>
            <a:pPr algn="ctr"/>
            <a:r>
              <a:rPr lang="en-US" altLang="zh-CN" sz="1425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mchenxinqiang@foxmail.com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1" grpId="0"/>
      <p:bldP spid="42" grpId="0"/>
      <p:bldP spid="19" grpId="0" animBg="1"/>
      <p:bldP spid="20" grpId="0" animBg="1"/>
      <p:bldP spid="21" grpId="0" animBg="1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标题层"/>
          <p:cNvSpPr txBox="1"/>
          <p:nvPr/>
        </p:nvSpPr>
        <p:spPr bwMode="auto">
          <a:xfrm>
            <a:off x="2111800" y="2735151"/>
            <a:ext cx="599564" cy="519511"/>
          </a:xfrm>
          <a:prstGeom prst="rect">
            <a:avLst/>
          </a:prstGeom>
          <a:noFill/>
          <a:effectLst/>
        </p:spPr>
        <p:txBody>
          <a:bodyPr wrap="square" lIns="91451" tIns="45725" rIns="91451" bIns="45725">
            <a:spAutoFit/>
          </a:bodyPr>
          <a:lstStyle/>
          <a:p>
            <a:pPr algn="ctr" defTabSz="914400">
              <a:defRPr/>
            </a:pPr>
            <a:r>
              <a:rPr lang="en-US" altLang="zh-CN" sz="277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1</a:t>
            </a:r>
            <a:endParaRPr lang="zh-CN" altLang="en-US" sz="2775" kern="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cxnSp>
        <p:nvCxnSpPr>
          <p:cNvPr id="71" name="直接连接符 70"/>
          <p:cNvCxnSpPr/>
          <p:nvPr/>
        </p:nvCxnSpPr>
        <p:spPr>
          <a:xfrm>
            <a:off x="2771229" y="2788118"/>
            <a:ext cx="0" cy="41756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</p:cxnSp>
      <p:sp>
        <p:nvSpPr>
          <p:cNvPr id="72" name="标题层"/>
          <p:cNvSpPr txBox="1"/>
          <p:nvPr/>
        </p:nvSpPr>
        <p:spPr bwMode="auto">
          <a:xfrm>
            <a:off x="2839720" y="2734945"/>
            <a:ext cx="4914900" cy="518795"/>
          </a:xfrm>
          <a:prstGeom prst="rect">
            <a:avLst/>
          </a:prstGeom>
          <a:noFill/>
          <a:effectLst/>
        </p:spPr>
        <p:txBody>
          <a:bodyPr wrap="square" lIns="91451" tIns="45725" rIns="91451" bIns="45725">
            <a:spAutoFit/>
          </a:bodyPr>
          <a:lstStyle/>
          <a:p>
            <a:pPr defTabSz="914400">
              <a:defRPr/>
            </a:pPr>
            <a:r>
              <a:rPr lang="zh-CN" altLang="zh-CN" sz="2775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为什么要学习图像处理？</a:t>
            </a:r>
            <a:endParaRPr lang="zh-CN" altLang="zh-CN" sz="2775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标题层"/>
          <p:cNvSpPr txBox="1"/>
          <p:nvPr/>
        </p:nvSpPr>
        <p:spPr bwMode="auto">
          <a:xfrm>
            <a:off x="2111800" y="3303588"/>
            <a:ext cx="599564" cy="519511"/>
          </a:xfrm>
          <a:prstGeom prst="rect">
            <a:avLst/>
          </a:prstGeom>
          <a:noFill/>
          <a:effectLst/>
        </p:spPr>
        <p:txBody>
          <a:bodyPr wrap="square" lIns="91451" tIns="45725" rIns="91451" bIns="45725">
            <a:spAutoFit/>
          </a:bodyPr>
          <a:lstStyle/>
          <a:p>
            <a:pPr algn="ctr" defTabSz="914400">
              <a:defRPr/>
            </a:pPr>
            <a:r>
              <a:rPr lang="en-US" altLang="zh-CN" sz="277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2</a:t>
            </a:r>
            <a:endParaRPr lang="zh-CN" altLang="en-US" sz="2775" kern="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2771229" y="3356555"/>
            <a:ext cx="0" cy="41756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</p:cxnSp>
      <p:sp>
        <p:nvSpPr>
          <p:cNvPr id="92" name="标题层"/>
          <p:cNvSpPr txBox="1"/>
          <p:nvPr/>
        </p:nvSpPr>
        <p:spPr bwMode="auto">
          <a:xfrm>
            <a:off x="2839720" y="3275965"/>
            <a:ext cx="5027295" cy="518795"/>
          </a:xfrm>
          <a:prstGeom prst="rect">
            <a:avLst/>
          </a:prstGeom>
          <a:noFill/>
          <a:effectLst/>
        </p:spPr>
        <p:txBody>
          <a:bodyPr wrap="square" lIns="91451" tIns="45725" rIns="91451" bIns="45725">
            <a:spAutoFit/>
          </a:bodyPr>
          <a:lstStyle/>
          <a:p>
            <a:pPr defTabSz="914400">
              <a:defRPr/>
            </a:pPr>
            <a:r>
              <a:rPr lang="zh-CN" altLang="zh-CN" sz="2775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为什么要学习机器学习？</a:t>
            </a:r>
            <a:endParaRPr lang="zh-CN" altLang="en-US" sz="2775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标题层"/>
          <p:cNvSpPr txBox="1"/>
          <p:nvPr/>
        </p:nvSpPr>
        <p:spPr bwMode="auto">
          <a:xfrm>
            <a:off x="2111800" y="3861251"/>
            <a:ext cx="599564" cy="519511"/>
          </a:xfrm>
          <a:prstGeom prst="rect">
            <a:avLst/>
          </a:prstGeom>
          <a:noFill/>
          <a:effectLst/>
        </p:spPr>
        <p:txBody>
          <a:bodyPr wrap="square" lIns="91451" tIns="45725" rIns="91451" bIns="45725">
            <a:spAutoFit/>
          </a:bodyPr>
          <a:lstStyle/>
          <a:p>
            <a:pPr algn="ctr" defTabSz="914400">
              <a:defRPr/>
            </a:pPr>
            <a:r>
              <a:rPr lang="en-US" altLang="zh-CN" sz="277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3</a:t>
            </a:r>
            <a:endParaRPr lang="zh-CN" altLang="en-US" sz="2775" kern="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cxnSp>
        <p:nvCxnSpPr>
          <p:cNvPr id="96" name="直接连接符 95"/>
          <p:cNvCxnSpPr/>
          <p:nvPr/>
        </p:nvCxnSpPr>
        <p:spPr>
          <a:xfrm>
            <a:off x="2771229" y="3914218"/>
            <a:ext cx="0" cy="41756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</p:cxnSp>
      <p:sp>
        <p:nvSpPr>
          <p:cNvPr id="97" name="标题层"/>
          <p:cNvSpPr txBox="1"/>
          <p:nvPr/>
        </p:nvSpPr>
        <p:spPr bwMode="auto">
          <a:xfrm>
            <a:off x="2839698" y="3861251"/>
            <a:ext cx="4184795" cy="518795"/>
          </a:xfrm>
          <a:prstGeom prst="rect">
            <a:avLst/>
          </a:prstGeom>
          <a:noFill/>
          <a:effectLst/>
        </p:spPr>
        <p:txBody>
          <a:bodyPr wrap="square" lIns="91451" tIns="45725" rIns="91451" bIns="45725">
            <a:spAutoFit/>
          </a:bodyPr>
          <a:lstStyle/>
          <a:p>
            <a:pPr defTabSz="914400">
              <a:defRPr/>
            </a:pPr>
            <a:r>
              <a:rPr lang="zh-CN" altLang="en-US" sz="2775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课程主要内容安排</a:t>
            </a:r>
          </a:p>
        </p:txBody>
      </p:sp>
      <p:sp>
        <p:nvSpPr>
          <p:cNvPr id="31" name="矩形 30"/>
          <p:cNvSpPr/>
          <p:nvPr/>
        </p:nvSpPr>
        <p:spPr>
          <a:xfrm>
            <a:off x="1" y="856667"/>
            <a:ext cx="9146778" cy="844410"/>
          </a:xfrm>
          <a:prstGeom prst="rect">
            <a:avLst/>
          </a:prstGeom>
          <a:solidFill>
            <a:srgbClr val="319095"/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Calibri"/>
              <a:ea typeface="宋体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061620" y="1015776"/>
            <a:ext cx="1022350" cy="598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3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" y="5819780"/>
            <a:ext cx="9145587" cy="183141"/>
            <a:chOff x="-42912" y="6615474"/>
            <a:chExt cx="12190412" cy="244114"/>
          </a:xfrm>
        </p:grpSpPr>
        <p:sp>
          <p:nvSpPr>
            <p:cNvPr id="24" name="六边形 23"/>
            <p:cNvSpPr/>
            <p:nvPr/>
          </p:nvSpPr>
          <p:spPr>
            <a:xfrm>
              <a:off x="-42912" y="6615474"/>
              <a:ext cx="3041773" cy="244114"/>
            </a:xfrm>
            <a:prstGeom prst="hexagon">
              <a:avLst/>
            </a:prstGeom>
            <a:solidFill>
              <a:srgbClr val="5FCA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66" tIns="45732" rIns="91466" bIns="45732" rtlCol="0" anchor="ctr"/>
            <a:lstStyle/>
            <a:p>
              <a:pPr algn="ctr"/>
              <a:endParaRPr lang="zh-CN" altLang="en-US" sz="1575"/>
            </a:p>
          </p:txBody>
        </p:sp>
        <p:sp>
          <p:nvSpPr>
            <p:cNvPr id="25" name="六边形 24"/>
            <p:cNvSpPr/>
            <p:nvPr/>
          </p:nvSpPr>
          <p:spPr>
            <a:xfrm>
              <a:off x="2998862" y="6615474"/>
              <a:ext cx="3063750" cy="244114"/>
            </a:xfrm>
            <a:prstGeom prst="hexagon">
              <a:avLst/>
            </a:prstGeom>
            <a:solidFill>
              <a:srgbClr val="A0BF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66" tIns="45732" rIns="91466" bIns="45732" rtlCol="0" anchor="ctr"/>
            <a:lstStyle/>
            <a:p>
              <a:pPr algn="ctr"/>
              <a:endParaRPr lang="zh-CN" altLang="en-US" sz="1575"/>
            </a:p>
          </p:txBody>
        </p:sp>
        <p:sp>
          <p:nvSpPr>
            <p:cNvPr id="26" name="六边形 25"/>
            <p:cNvSpPr/>
            <p:nvPr/>
          </p:nvSpPr>
          <p:spPr>
            <a:xfrm>
              <a:off x="6052294" y="6615474"/>
              <a:ext cx="3047603" cy="244114"/>
            </a:xfrm>
            <a:prstGeom prst="hexagon">
              <a:avLst/>
            </a:prstGeom>
            <a:solidFill>
              <a:srgbClr val="3190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66" tIns="45732" rIns="91466" bIns="45732" rtlCol="0" anchor="ctr"/>
            <a:lstStyle/>
            <a:p>
              <a:pPr algn="ctr"/>
              <a:endParaRPr lang="zh-CN" altLang="en-US" sz="1575"/>
            </a:p>
          </p:txBody>
        </p:sp>
        <p:sp>
          <p:nvSpPr>
            <p:cNvPr id="27" name="六边形 26"/>
            <p:cNvSpPr/>
            <p:nvPr/>
          </p:nvSpPr>
          <p:spPr>
            <a:xfrm>
              <a:off x="9099897" y="6615474"/>
              <a:ext cx="3047603" cy="244114"/>
            </a:xfrm>
            <a:prstGeom prst="hexagon">
              <a:avLst/>
            </a:prstGeom>
            <a:solidFill>
              <a:srgbClr val="F58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66" tIns="45732" rIns="91466" bIns="45732" rtlCol="0" anchor="ctr"/>
            <a:lstStyle/>
            <a:p>
              <a:pPr algn="ctr"/>
              <a:endParaRPr lang="zh-CN" altLang="en-US" sz="1575"/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50"/>
                            </p:stCondLst>
                            <p:childTnLst>
                              <p:par>
                                <p:cTn id="1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50"/>
                            </p:stCondLst>
                            <p:childTnLst>
                              <p:par>
                                <p:cTn id="19" presetID="2" presetClass="entr" presetSubtype="8" decel="52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decel="52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50"/>
                            </p:stCondLst>
                            <p:childTnLst>
                              <p:par>
                                <p:cTn id="2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50"/>
                            </p:stCondLst>
                            <p:childTnLst>
                              <p:par>
                                <p:cTn id="34" presetID="2" presetClass="entr" presetSubtype="8" decel="52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decel="52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50"/>
                            </p:stCondLst>
                            <p:childTnLst>
                              <p:par>
                                <p:cTn id="4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550"/>
                            </p:stCondLst>
                            <p:childTnLst>
                              <p:par>
                                <p:cTn id="49" presetID="2" presetClass="entr" presetSubtype="8" decel="52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52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bldLvl="0" animBg="1"/>
      <p:bldP spid="72" grpId="0" bldLvl="0" animBg="1"/>
      <p:bldP spid="90" grpId="0" bldLvl="0" animBg="1"/>
      <p:bldP spid="92" grpId="0" bldLvl="0" animBg="1"/>
      <p:bldP spid="95" grpId="0" bldLvl="0" animBg="1"/>
      <p:bldP spid="97" grpId="0" bldLvl="0" animBg="1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100" y="539115"/>
            <a:ext cx="486092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1. 为什么要学习数字图像处理？</a:t>
            </a:r>
            <a:endParaRPr lang="zh-CN" altLang="en-US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079105" y="5704433"/>
            <a:ext cx="4589754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ctr"/>
            <a:r>
              <a:rPr lang="en-US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93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阅兵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6195" y="2565400"/>
            <a:ext cx="4572000" cy="25736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608195" y="2565400"/>
            <a:ext cx="4526915" cy="254889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100" y="539115"/>
            <a:ext cx="486092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1. 为什么要学习数字图像处理？</a:t>
            </a:r>
            <a:endParaRPr lang="zh-CN" altLang="en-US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9910" y="1413510"/>
            <a:ext cx="712470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近年来，无人机凭借其卓越的灵活性、机动性以及对目标的精准感知能力，在众多领域发挥着重要作用，将目标检测方法与无人机系统相结合，已成为当前研究和应用的焦点之一。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67385" y="2473960"/>
            <a:ext cx="7809865" cy="43891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墨迹 1"/>
              <p14:cNvContentPartPr/>
              <p14:nvPr/>
            </p14:nvContentPartPr>
            <p14:xfrm>
              <a:off x="5360400" y="4382640"/>
              <a:ext cx="2712240" cy="1931040"/>
            </p14:xfrm>
          </p:contentPart>
        </mc:Choice>
        <mc:Fallback>
          <p:pic>
            <p:nvPicPr>
              <p:cNvPr id="2" name="墨迹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51040" y="4373280"/>
                <a:ext cx="2730960" cy="1949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100" y="539115"/>
            <a:ext cx="486092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1. 为什么要学习数字图像处理？</a:t>
            </a:r>
            <a:endParaRPr lang="zh-CN" altLang="en-US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4530" y="1204595"/>
            <a:ext cx="784669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随着深度学习技术的发展，智能目标识别系统能够模拟人类认知，通过对海量数据的学习和分析，逐层递进提取出目标的特征、结构、规律。它可以对视觉、声音、射频信号等进行检测、识别和分析，准确判定目标的敌我属性、区分目标类型、辨认目标真伪等。例如，通过对士兵的身形、动作、装备等特征进行学习和识别，系统可以在复杂的战场环境中快速发现敌方士兵。</a:t>
            </a:r>
          </a:p>
        </p:txBody>
      </p:sp>
      <p:pic>
        <p:nvPicPr>
          <p:cNvPr id="5" name="图片 4" descr="e67d46c91ca4460e85bd4edfa7d4142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420" y="3193415"/>
            <a:ext cx="4882515" cy="3665855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100" y="539115"/>
            <a:ext cx="486092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1. 为什么要学习数字图像处理？</a:t>
            </a:r>
            <a:endParaRPr lang="zh-CN" altLang="en-US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4530" y="1256665"/>
            <a:ext cx="7886700" cy="5219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84530" y="6476365"/>
            <a:ext cx="525081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无人机航拍图像目标检测技术研究综述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墨迹 3"/>
              <p14:cNvContentPartPr/>
              <p14:nvPr/>
            </p14:nvContentPartPr>
            <p14:xfrm>
              <a:off x="844560" y="2782080"/>
              <a:ext cx="7678800" cy="407160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5200" y="2772720"/>
                <a:ext cx="7697520" cy="4090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100" y="539115"/>
            <a:ext cx="486092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1. 为什么要学习数字图像处理？</a:t>
            </a:r>
            <a:endParaRPr lang="zh-CN" altLang="en-US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44905" y="5445760"/>
            <a:ext cx="65455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ctr"/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itchFamily="2" charset="-122"/>
                <a:sym typeface="+mn-ea"/>
              </a:rPr>
              <a:t>人脸识别门禁再升级戴口罩也能识别测温</a:t>
            </a:r>
            <a:endParaRPr lang="zh-CN" altLang="zh-CN" sz="2400" kern="0" dirty="0"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" name="object 4"/>
          <p:cNvSpPr txBox="1"/>
          <p:nvPr>
            <p:custDataLst>
              <p:tags r:id="rId1"/>
            </p:custDataLst>
          </p:nvPr>
        </p:nvSpPr>
        <p:spPr>
          <a:xfrm>
            <a:off x="396062" y="1341246"/>
            <a:ext cx="20999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3385" indent="-400685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Font typeface="Wingdings" panose="05000000000000000000"/>
              <a:buChar char=""/>
              <a:tabLst>
                <a:tab pos="412750" algn="l"/>
              </a:tabLst>
            </a:pPr>
            <a:r>
              <a:rPr sz="2200" spc="-35" dirty="0">
                <a:solidFill>
                  <a:srgbClr val="001F5F"/>
                </a:solidFill>
                <a:latin typeface="PMingLiU"/>
                <a:cs typeface="PMingLiU"/>
              </a:rPr>
              <a:t>数字图像应用</a:t>
            </a:r>
            <a:endParaRPr sz="2200">
              <a:latin typeface="PMingLiU"/>
              <a:cs typeface="PMingLiU"/>
            </a:endParaRPr>
          </a:p>
        </p:txBody>
      </p:sp>
      <p:pic>
        <p:nvPicPr>
          <p:cNvPr id="3" name="object 3"/>
          <p:cNvPicPr/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2403792" y="2349436"/>
            <a:ext cx="4027424" cy="2389251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100" y="539115"/>
            <a:ext cx="486092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1. 为什么要学习数字图像处理？</a:t>
            </a:r>
            <a:endParaRPr lang="zh-CN" altLang="en-US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object 3"/>
          <p:cNvPicPr/>
          <p:nvPr>
            <p:custDataLst>
              <p:tags r:id="rId1"/>
            </p:custDataLst>
          </p:nvPr>
        </p:nvPicPr>
        <p:blipFill>
          <a:blip r:embed="rId17" cstate="print"/>
          <a:stretch>
            <a:fillRect/>
          </a:stretch>
        </p:blipFill>
        <p:spPr>
          <a:xfrm>
            <a:off x="648335" y="2033524"/>
            <a:ext cx="3240151" cy="161925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242435" y="2033650"/>
            <a:ext cx="1679575" cy="1619250"/>
            <a:chOff x="4241800" y="1049400"/>
            <a:chExt cx="1679575" cy="1619250"/>
          </a:xfrm>
        </p:grpSpPr>
        <p:pic>
          <p:nvPicPr>
            <p:cNvPr id="5" name="object 5"/>
            <p:cNvPicPr/>
            <p:nvPr>
              <p:custDataLst>
                <p:tags r:id="rId13"/>
              </p:custDataLst>
            </p:nvPr>
          </p:nvPicPr>
          <p:blipFill>
            <a:blip r:embed="rId18" cstate="print"/>
            <a:stretch>
              <a:fillRect/>
            </a:stretch>
          </p:blipFill>
          <p:spPr>
            <a:xfrm>
              <a:off x="4241800" y="1049400"/>
              <a:ext cx="1679575" cy="1619250"/>
            </a:xfrm>
            <a:prstGeom prst="rect">
              <a:avLst/>
            </a:prstGeom>
          </p:spPr>
        </p:pic>
        <p:sp>
          <p:nvSpPr>
            <p:cNvPr id="6" name="object 6"/>
            <p:cNvSpPr/>
            <p:nvPr>
              <p:custDataLst>
                <p:tags r:id="rId14"/>
              </p:custDataLst>
            </p:nvPr>
          </p:nvSpPr>
          <p:spPr>
            <a:xfrm>
              <a:off x="4757801" y="1347850"/>
              <a:ext cx="509905" cy="511175"/>
            </a:xfrm>
            <a:custGeom>
              <a:avLst/>
              <a:gdLst/>
              <a:ahLst/>
              <a:cxnLst/>
              <a:rect l="l" t="t" r="r" b="b"/>
              <a:pathLst>
                <a:path w="509904" h="511175">
                  <a:moveTo>
                    <a:pt x="0" y="511175"/>
                  </a:moveTo>
                  <a:lnTo>
                    <a:pt x="509587" y="511175"/>
                  </a:lnTo>
                  <a:lnTo>
                    <a:pt x="509587" y="0"/>
                  </a:lnTo>
                  <a:lnTo>
                    <a:pt x="0" y="0"/>
                  </a:lnTo>
                  <a:lnTo>
                    <a:pt x="0" y="511175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539844" y="3738527"/>
            <a:ext cx="1421130" cy="1870710"/>
            <a:chOff x="1539209" y="2754277"/>
            <a:chExt cx="1421130" cy="1870710"/>
          </a:xfrm>
        </p:grpSpPr>
        <p:pic>
          <p:nvPicPr>
            <p:cNvPr id="8" name="object 8"/>
            <p:cNvPicPr/>
            <p:nvPr>
              <p:custDataLst>
                <p:tags r:id="rId11"/>
              </p:custDataLst>
            </p:nvPr>
          </p:nvPicPr>
          <p:blipFill>
            <a:blip r:embed="rId19" cstate="print"/>
            <a:stretch>
              <a:fillRect/>
            </a:stretch>
          </p:blipFill>
          <p:spPr>
            <a:xfrm>
              <a:off x="1539209" y="2754277"/>
              <a:ext cx="1421030" cy="1870109"/>
            </a:xfrm>
            <a:prstGeom prst="rect">
              <a:avLst/>
            </a:prstGeom>
          </p:spPr>
        </p:pic>
        <p:sp>
          <p:nvSpPr>
            <p:cNvPr id="9" name="object 9"/>
            <p:cNvSpPr/>
            <p:nvPr>
              <p:custDataLst>
                <p:tags r:id="rId12"/>
              </p:custDataLst>
            </p:nvPr>
          </p:nvSpPr>
          <p:spPr>
            <a:xfrm>
              <a:off x="1865375" y="3338576"/>
              <a:ext cx="805180" cy="323850"/>
            </a:xfrm>
            <a:custGeom>
              <a:avLst/>
              <a:gdLst/>
              <a:ahLst/>
              <a:cxnLst/>
              <a:rect l="l" t="t" r="r" b="b"/>
              <a:pathLst>
                <a:path w="805180" h="323850">
                  <a:moveTo>
                    <a:pt x="0" y="323850"/>
                  </a:moveTo>
                  <a:lnTo>
                    <a:pt x="804862" y="323850"/>
                  </a:lnTo>
                  <a:lnTo>
                    <a:pt x="804862" y="0"/>
                  </a:lnTo>
                  <a:lnTo>
                    <a:pt x="0" y="0"/>
                  </a:lnTo>
                  <a:lnTo>
                    <a:pt x="0" y="323850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>
            <p:custDataLst>
              <p:tags r:id="rId2"/>
            </p:custDataLst>
          </p:nvPr>
        </p:nvPicPr>
        <p:blipFill>
          <a:blip r:embed="rId20" cstate="print"/>
          <a:stretch>
            <a:fillRect/>
          </a:stretch>
        </p:blipFill>
        <p:spPr>
          <a:xfrm>
            <a:off x="3524885" y="4365625"/>
            <a:ext cx="1743075" cy="457200"/>
          </a:xfrm>
          <a:prstGeom prst="rect">
            <a:avLst/>
          </a:prstGeom>
        </p:spPr>
      </p:pic>
      <p:sp>
        <p:nvSpPr>
          <p:cNvPr id="11" name="object 11"/>
          <p:cNvSpPr/>
          <p:nvPr>
            <p:custDataLst>
              <p:tags r:id="rId3"/>
            </p:custDataLst>
          </p:nvPr>
        </p:nvSpPr>
        <p:spPr>
          <a:xfrm>
            <a:off x="5580633" y="4542535"/>
            <a:ext cx="960755" cy="103505"/>
          </a:xfrm>
          <a:custGeom>
            <a:avLst/>
            <a:gdLst/>
            <a:ahLst/>
            <a:cxnLst/>
            <a:rect l="l" t="t" r="r" b="b"/>
            <a:pathLst>
              <a:path w="960754" h="103504">
                <a:moveTo>
                  <a:pt x="935391" y="51688"/>
                </a:moveTo>
                <a:lnTo>
                  <a:pt x="865504" y="92455"/>
                </a:lnTo>
                <a:lnTo>
                  <a:pt x="864488" y="96265"/>
                </a:lnTo>
                <a:lnTo>
                  <a:pt x="868045" y="102361"/>
                </a:lnTo>
                <a:lnTo>
                  <a:pt x="871854" y="103377"/>
                </a:lnTo>
                <a:lnTo>
                  <a:pt x="949610" y="58038"/>
                </a:lnTo>
                <a:lnTo>
                  <a:pt x="947927" y="58038"/>
                </a:lnTo>
                <a:lnTo>
                  <a:pt x="947927" y="57150"/>
                </a:lnTo>
                <a:lnTo>
                  <a:pt x="944752" y="57150"/>
                </a:lnTo>
                <a:lnTo>
                  <a:pt x="935391" y="51688"/>
                </a:lnTo>
                <a:close/>
              </a:path>
              <a:path w="960754" h="103504">
                <a:moveTo>
                  <a:pt x="924505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924505" y="58038"/>
                </a:lnTo>
                <a:lnTo>
                  <a:pt x="935391" y="51688"/>
                </a:lnTo>
                <a:lnTo>
                  <a:pt x="924505" y="45338"/>
                </a:lnTo>
                <a:close/>
              </a:path>
              <a:path w="960754" h="103504">
                <a:moveTo>
                  <a:pt x="949610" y="45338"/>
                </a:moveTo>
                <a:lnTo>
                  <a:pt x="947927" y="45338"/>
                </a:lnTo>
                <a:lnTo>
                  <a:pt x="947927" y="58038"/>
                </a:lnTo>
                <a:lnTo>
                  <a:pt x="949610" y="58038"/>
                </a:lnTo>
                <a:lnTo>
                  <a:pt x="960501" y="51688"/>
                </a:lnTo>
                <a:lnTo>
                  <a:pt x="949610" y="45338"/>
                </a:lnTo>
                <a:close/>
              </a:path>
              <a:path w="960754" h="103504">
                <a:moveTo>
                  <a:pt x="944752" y="46227"/>
                </a:moveTo>
                <a:lnTo>
                  <a:pt x="935391" y="51688"/>
                </a:lnTo>
                <a:lnTo>
                  <a:pt x="944752" y="57150"/>
                </a:lnTo>
                <a:lnTo>
                  <a:pt x="944752" y="46227"/>
                </a:lnTo>
                <a:close/>
              </a:path>
              <a:path w="960754" h="103504">
                <a:moveTo>
                  <a:pt x="947927" y="46227"/>
                </a:moveTo>
                <a:lnTo>
                  <a:pt x="944752" y="46227"/>
                </a:lnTo>
                <a:lnTo>
                  <a:pt x="944752" y="57150"/>
                </a:lnTo>
                <a:lnTo>
                  <a:pt x="947927" y="57150"/>
                </a:lnTo>
                <a:lnTo>
                  <a:pt x="947927" y="46227"/>
                </a:lnTo>
                <a:close/>
              </a:path>
              <a:path w="960754" h="103504">
                <a:moveTo>
                  <a:pt x="871854" y="0"/>
                </a:moveTo>
                <a:lnTo>
                  <a:pt x="868045" y="1015"/>
                </a:lnTo>
                <a:lnTo>
                  <a:pt x="864488" y="7111"/>
                </a:lnTo>
                <a:lnTo>
                  <a:pt x="865504" y="10921"/>
                </a:lnTo>
                <a:lnTo>
                  <a:pt x="935391" y="51688"/>
                </a:lnTo>
                <a:lnTo>
                  <a:pt x="944752" y="46227"/>
                </a:lnTo>
                <a:lnTo>
                  <a:pt x="947927" y="46227"/>
                </a:lnTo>
                <a:lnTo>
                  <a:pt x="947927" y="45338"/>
                </a:lnTo>
                <a:lnTo>
                  <a:pt x="949610" y="45338"/>
                </a:lnTo>
                <a:lnTo>
                  <a:pt x="871854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>
            <p:custDataLst>
              <p:tags r:id="rId4"/>
            </p:custDataLst>
          </p:nvPr>
        </p:nvSpPr>
        <p:spPr>
          <a:xfrm>
            <a:off x="6884669" y="4436491"/>
            <a:ext cx="1149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Times New Roman" panose="02020603050405020304"/>
                <a:cs typeface="Times New Roman" panose="02020603050405020304"/>
              </a:rPr>
              <a:t>She</a:t>
            </a:r>
            <a:r>
              <a:rPr sz="1800" spc="-10" dirty="0">
                <a:solidFill>
                  <a:srgbClr val="6F2F9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6F2F9F"/>
                </a:solidFill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1800" spc="-10" dirty="0">
                <a:solidFill>
                  <a:srgbClr val="6F2F9F"/>
                </a:solidFill>
                <a:latin typeface="Times New Roman" panose="02020603050405020304"/>
                <a:cs typeface="Times New Roman" panose="02020603050405020304"/>
              </a:rPr>
              <a:t>Rose.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>
            <p:custDataLst>
              <p:tags r:id="rId5"/>
            </p:custDataLst>
          </p:nvPr>
        </p:nvSpPr>
        <p:spPr>
          <a:xfrm>
            <a:off x="6372860" y="2147950"/>
            <a:ext cx="2343150" cy="368300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485775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solidFill>
                  <a:srgbClr val="001F5F"/>
                </a:solidFill>
                <a:latin typeface="宋体"/>
                <a:cs typeface="宋体"/>
              </a:rPr>
              <a:t>人脸图像检测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>
            <p:custDataLst>
              <p:tags r:id="rId6"/>
            </p:custDataLst>
          </p:nvPr>
        </p:nvSpPr>
        <p:spPr>
          <a:xfrm>
            <a:off x="6372860" y="2843212"/>
            <a:ext cx="2343150" cy="370205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714375">
              <a:lnSpc>
                <a:spcPct val="100000"/>
              </a:lnSpc>
              <a:spcBef>
                <a:spcPts val="325"/>
              </a:spcBef>
            </a:pPr>
            <a:r>
              <a:rPr sz="1800" spc="-15" dirty="0">
                <a:solidFill>
                  <a:srgbClr val="001F5F"/>
                </a:solidFill>
                <a:latin typeface="宋体"/>
                <a:cs typeface="宋体"/>
              </a:rPr>
              <a:t>眼睛检测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>
            <p:custDataLst>
              <p:tags r:id="rId7"/>
            </p:custDataLst>
          </p:nvPr>
        </p:nvSpPr>
        <p:spPr>
          <a:xfrm>
            <a:off x="6404610" y="3556063"/>
            <a:ext cx="2343150" cy="370205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714375">
              <a:lnSpc>
                <a:spcPct val="100000"/>
              </a:lnSpc>
              <a:spcBef>
                <a:spcPts val="330"/>
              </a:spcBef>
            </a:pPr>
            <a:r>
              <a:rPr sz="1800" spc="-15" dirty="0">
                <a:solidFill>
                  <a:srgbClr val="001F5F"/>
                </a:solidFill>
                <a:latin typeface="宋体"/>
                <a:cs typeface="宋体"/>
              </a:rPr>
              <a:t>虹膜识别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>
            <p:custDataLst>
              <p:tags r:id="rId8"/>
            </p:custDataLst>
          </p:nvPr>
        </p:nvSpPr>
        <p:spPr>
          <a:xfrm>
            <a:off x="7384795" y="2516124"/>
            <a:ext cx="103505" cy="327660"/>
          </a:xfrm>
          <a:custGeom>
            <a:avLst/>
            <a:gdLst/>
            <a:ahLst/>
            <a:cxnLst/>
            <a:rect l="l" t="t" r="r" b="b"/>
            <a:pathLst>
              <a:path w="103504" h="327660">
                <a:moveTo>
                  <a:pt x="7112" y="231012"/>
                </a:moveTo>
                <a:lnTo>
                  <a:pt x="1016" y="234568"/>
                </a:lnTo>
                <a:lnTo>
                  <a:pt x="0" y="238505"/>
                </a:lnTo>
                <a:lnTo>
                  <a:pt x="51689" y="327151"/>
                </a:lnTo>
                <a:lnTo>
                  <a:pt x="59020" y="314578"/>
                </a:lnTo>
                <a:lnTo>
                  <a:pt x="45339" y="314578"/>
                </a:lnTo>
                <a:lnTo>
                  <a:pt x="45339" y="291029"/>
                </a:lnTo>
                <a:lnTo>
                  <a:pt x="10922" y="232028"/>
                </a:lnTo>
                <a:lnTo>
                  <a:pt x="7112" y="231012"/>
                </a:lnTo>
                <a:close/>
              </a:path>
              <a:path w="103504" h="327660">
                <a:moveTo>
                  <a:pt x="45339" y="291029"/>
                </a:moveTo>
                <a:lnTo>
                  <a:pt x="45339" y="314578"/>
                </a:lnTo>
                <a:lnTo>
                  <a:pt x="58039" y="314578"/>
                </a:lnTo>
                <a:lnTo>
                  <a:pt x="58039" y="311276"/>
                </a:lnTo>
                <a:lnTo>
                  <a:pt x="46228" y="311276"/>
                </a:lnTo>
                <a:lnTo>
                  <a:pt x="51689" y="301915"/>
                </a:lnTo>
                <a:lnTo>
                  <a:pt x="45339" y="291029"/>
                </a:lnTo>
                <a:close/>
              </a:path>
              <a:path w="103504" h="327660">
                <a:moveTo>
                  <a:pt x="96266" y="231012"/>
                </a:moveTo>
                <a:lnTo>
                  <a:pt x="92456" y="232028"/>
                </a:lnTo>
                <a:lnTo>
                  <a:pt x="58039" y="291029"/>
                </a:lnTo>
                <a:lnTo>
                  <a:pt x="58039" y="314578"/>
                </a:lnTo>
                <a:lnTo>
                  <a:pt x="59020" y="314578"/>
                </a:lnTo>
                <a:lnTo>
                  <a:pt x="103378" y="238505"/>
                </a:lnTo>
                <a:lnTo>
                  <a:pt x="102362" y="234568"/>
                </a:lnTo>
                <a:lnTo>
                  <a:pt x="96266" y="231012"/>
                </a:lnTo>
                <a:close/>
              </a:path>
              <a:path w="103504" h="327660">
                <a:moveTo>
                  <a:pt x="51689" y="301915"/>
                </a:moveTo>
                <a:lnTo>
                  <a:pt x="46228" y="311276"/>
                </a:lnTo>
                <a:lnTo>
                  <a:pt x="57150" y="311276"/>
                </a:lnTo>
                <a:lnTo>
                  <a:pt x="51689" y="301915"/>
                </a:lnTo>
                <a:close/>
              </a:path>
              <a:path w="103504" h="327660">
                <a:moveTo>
                  <a:pt x="58039" y="291029"/>
                </a:moveTo>
                <a:lnTo>
                  <a:pt x="51689" y="301915"/>
                </a:lnTo>
                <a:lnTo>
                  <a:pt x="57150" y="311276"/>
                </a:lnTo>
                <a:lnTo>
                  <a:pt x="58039" y="311276"/>
                </a:lnTo>
                <a:lnTo>
                  <a:pt x="58039" y="291029"/>
                </a:lnTo>
                <a:close/>
              </a:path>
              <a:path w="103504" h="327660">
                <a:moveTo>
                  <a:pt x="58039" y="0"/>
                </a:moveTo>
                <a:lnTo>
                  <a:pt x="45339" y="0"/>
                </a:lnTo>
                <a:lnTo>
                  <a:pt x="45339" y="291029"/>
                </a:lnTo>
                <a:lnTo>
                  <a:pt x="51689" y="301915"/>
                </a:lnTo>
                <a:lnTo>
                  <a:pt x="58039" y="291029"/>
                </a:lnTo>
                <a:lnTo>
                  <a:pt x="58039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>
            <p:custDataLst>
              <p:tags r:id="rId9"/>
            </p:custDataLst>
          </p:nvPr>
        </p:nvSpPr>
        <p:spPr>
          <a:xfrm>
            <a:off x="7384795" y="3213100"/>
            <a:ext cx="103505" cy="327025"/>
          </a:xfrm>
          <a:custGeom>
            <a:avLst/>
            <a:gdLst/>
            <a:ahLst/>
            <a:cxnLst/>
            <a:rect l="l" t="t" r="r" b="b"/>
            <a:pathLst>
              <a:path w="103504" h="327025">
                <a:moveTo>
                  <a:pt x="7112" y="231012"/>
                </a:moveTo>
                <a:lnTo>
                  <a:pt x="1016" y="234569"/>
                </a:lnTo>
                <a:lnTo>
                  <a:pt x="0" y="238379"/>
                </a:lnTo>
                <a:lnTo>
                  <a:pt x="51689" y="327025"/>
                </a:lnTo>
                <a:lnTo>
                  <a:pt x="59020" y="314451"/>
                </a:lnTo>
                <a:lnTo>
                  <a:pt x="45339" y="314451"/>
                </a:lnTo>
                <a:lnTo>
                  <a:pt x="45339" y="291029"/>
                </a:lnTo>
                <a:lnTo>
                  <a:pt x="10922" y="232029"/>
                </a:lnTo>
                <a:lnTo>
                  <a:pt x="7112" y="231012"/>
                </a:lnTo>
                <a:close/>
              </a:path>
              <a:path w="103504" h="327025">
                <a:moveTo>
                  <a:pt x="45339" y="291029"/>
                </a:moveTo>
                <a:lnTo>
                  <a:pt x="45339" y="314451"/>
                </a:lnTo>
                <a:lnTo>
                  <a:pt x="58039" y="314451"/>
                </a:lnTo>
                <a:lnTo>
                  <a:pt x="58039" y="311276"/>
                </a:lnTo>
                <a:lnTo>
                  <a:pt x="46228" y="311276"/>
                </a:lnTo>
                <a:lnTo>
                  <a:pt x="51689" y="301915"/>
                </a:lnTo>
                <a:lnTo>
                  <a:pt x="45339" y="291029"/>
                </a:lnTo>
                <a:close/>
              </a:path>
              <a:path w="103504" h="327025">
                <a:moveTo>
                  <a:pt x="96266" y="231012"/>
                </a:moveTo>
                <a:lnTo>
                  <a:pt x="92456" y="232029"/>
                </a:lnTo>
                <a:lnTo>
                  <a:pt x="58039" y="291029"/>
                </a:lnTo>
                <a:lnTo>
                  <a:pt x="58039" y="314451"/>
                </a:lnTo>
                <a:lnTo>
                  <a:pt x="59020" y="314451"/>
                </a:lnTo>
                <a:lnTo>
                  <a:pt x="103378" y="238379"/>
                </a:lnTo>
                <a:lnTo>
                  <a:pt x="102362" y="234569"/>
                </a:lnTo>
                <a:lnTo>
                  <a:pt x="96266" y="231012"/>
                </a:lnTo>
                <a:close/>
              </a:path>
              <a:path w="103504" h="327025">
                <a:moveTo>
                  <a:pt x="51689" y="301915"/>
                </a:moveTo>
                <a:lnTo>
                  <a:pt x="46228" y="311276"/>
                </a:lnTo>
                <a:lnTo>
                  <a:pt x="57150" y="311276"/>
                </a:lnTo>
                <a:lnTo>
                  <a:pt x="51689" y="301915"/>
                </a:lnTo>
                <a:close/>
              </a:path>
              <a:path w="103504" h="327025">
                <a:moveTo>
                  <a:pt x="58039" y="291029"/>
                </a:moveTo>
                <a:lnTo>
                  <a:pt x="51689" y="301915"/>
                </a:lnTo>
                <a:lnTo>
                  <a:pt x="57150" y="311276"/>
                </a:lnTo>
                <a:lnTo>
                  <a:pt x="58039" y="311276"/>
                </a:lnTo>
                <a:lnTo>
                  <a:pt x="58039" y="291029"/>
                </a:lnTo>
                <a:close/>
              </a:path>
              <a:path w="103504" h="327025">
                <a:moveTo>
                  <a:pt x="58039" y="0"/>
                </a:moveTo>
                <a:lnTo>
                  <a:pt x="45339" y="0"/>
                </a:lnTo>
                <a:lnTo>
                  <a:pt x="45339" y="291029"/>
                </a:lnTo>
                <a:lnTo>
                  <a:pt x="51689" y="301915"/>
                </a:lnTo>
                <a:lnTo>
                  <a:pt x="58039" y="291029"/>
                </a:lnTo>
                <a:lnTo>
                  <a:pt x="58039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>
            <p:custDataLst>
              <p:tags r:id="rId10"/>
            </p:custDataLst>
          </p:nvPr>
        </p:nvSpPr>
        <p:spPr>
          <a:xfrm>
            <a:off x="7384795" y="3952875"/>
            <a:ext cx="103505" cy="412750"/>
          </a:xfrm>
          <a:custGeom>
            <a:avLst/>
            <a:gdLst/>
            <a:ahLst/>
            <a:cxnLst/>
            <a:rect l="l" t="t" r="r" b="b"/>
            <a:pathLst>
              <a:path w="103504" h="412750">
                <a:moveTo>
                  <a:pt x="7112" y="316738"/>
                </a:moveTo>
                <a:lnTo>
                  <a:pt x="1016" y="320294"/>
                </a:lnTo>
                <a:lnTo>
                  <a:pt x="0" y="324104"/>
                </a:lnTo>
                <a:lnTo>
                  <a:pt x="51689" y="412750"/>
                </a:lnTo>
                <a:lnTo>
                  <a:pt x="59020" y="400176"/>
                </a:lnTo>
                <a:lnTo>
                  <a:pt x="45339" y="400176"/>
                </a:lnTo>
                <a:lnTo>
                  <a:pt x="45339" y="376754"/>
                </a:lnTo>
                <a:lnTo>
                  <a:pt x="10922" y="317754"/>
                </a:lnTo>
                <a:lnTo>
                  <a:pt x="7112" y="316738"/>
                </a:lnTo>
                <a:close/>
              </a:path>
              <a:path w="103504" h="412750">
                <a:moveTo>
                  <a:pt x="45339" y="376754"/>
                </a:moveTo>
                <a:lnTo>
                  <a:pt x="45339" y="400176"/>
                </a:lnTo>
                <a:lnTo>
                  <a:pt x="58039" y="400176"/>
                </a:lnTo>
                <a:lnTo>
                  <a:pt x="58039" y="397001"/>
                </a:lnTo>
                <a:lnTo>
                  <a:pt x="46228" y="397001"/>
                </a:lnTo>
                <a:lnTo>
                  <a:pt x="51689" y="387640"/>
                </a:lnTo>
                <a:lnTo>
                  <a:pt x="45339" y="376754"/>
                </a:lnTo>
                <a:close/>
              </a:path>
              <a:path w="103504" h="412750">
                <a:moveTo>
                  <a:pt x="96266" y="316738"/>
                </a:moveTo>
                <a:lnTo>
                  <a:pt x="92456" y="317754"/>
                </a:lnTo>
                <a:lnTo>
                  <a:pt x="58039" y="376754"/>
                </a:lnTo>
                <a:lnTo>
                  <a:pt x="58039" y="400176"/>
                </a:lnTo>
                <a:lnTo>
                  <a:pt x="59020" y="400176"/>
                </a:lnTo>
                <a:lnTo>
                  <a:pt x="103378" y="324104"/>
                </a:lnTo>
                <a:lnTo>
                  <a:pt x="102362" y="320294"/>
                </a:lnTo>
                <a:lnTo>
                  <a:pt x="96266" y="316738"/>
                </a:lnTo>
                <a:close/>
              </a:path>
              <a:path w="103504" h="412750">
                <a:moveTo>
                  <a:pt x="51689" y="387640"/>
                </a:moveTo>
                <a:lnTo>
                  <a:pt x="46228" y="397001"/>
                </a:lnTo>
                <a:lnTo>
                  <a:pt x="57150" y="397001"/>
                </a:lnTo>
                <a:lnTo>
                  <a:pt x="51689" y="387640"/>
                </a:lnTo>
                <a:close/>
              </a:path>
              <a:path w="103504" h="412750">
                <a:moveTo>
                  <a:pt x="58039" y="376754"/>
                </a:moveTo>
                <a:lnTo>
                  <a:pt x="51689" y="387640"/>
                </a:lnTo>
                <a:lnTo>
                  <a:pt x="57150" y="397001"/>
                </a:lnTo>
                <a:lnTo>
                  <a:pt x="58039" y="397001"/>
                </a:lnTo>
                <a:lnTo>
                  <a:pt x="58039" y="376754"/>
                </a:lnTo>
                <a:close/>
              </a:path>
              <a:path w="103504" h="412750">
                <a:moveTo>
                  <a:pt x="58039" y="0"/>
                </a:moveTo>
                <a:lnTo>
                  <a:pt x="45339" y="0"/>
                </a:lnTo>
                <a:lnTo>
                  <a:pt x="45339" y="376754"/>
                </a:lnTo>
                <a:lnTo>
                  <a:pt x="51689" y="387640"/>
                </a:lnTo>
                <a:lnTo>
                  <a:pt x="58039" y="376754"/>
                </a:lnTo>
                <a:lnTo>
                  <a:pt x="58039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100" y="539115"/>
            <a:ext cx="486092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1. 为什么要学习数字图像处理？</a:t>
            </a:r>
            <a:endParaRPr lang="zh-CN" altLang="en-US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24322" y="1253552"/>
            <a:ext cx="8496944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刷脸支付系统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482725" y="2607056"/>
            <a:ext cx="2000250" cy="1479550"/>
            <a:chOff x="1365250" y="1735201"/>
            <a:chExt cx="2000250" cy="1479550"/>
          </a:xfrm>
        </p:grpSpPr>
        <p:pic>
          <p:nvPicPr>
            <p:cNvPr id="7" name="object 7"/>
            <p:cNvPicPr/>
            <p:nvPr>
              <p:custDataLst>
                <p:tags r:id="rId11"/>
              </p:custDataLst>
            </p:nvPr>
          </p:nvPicPr>
          <p:blipFill>
            <a:blip r:embed="rId15" cstate="print"/>
            <a:stretch>
              <a:fillRect/>
            </a:stretch>
          </p:blipFill>
          <p:spPr>
            <a:xfrm>
              <a:off x="1365250" y="1735201"/>
              <a:ext cx="1643126" cy="1479550"/>
            </a:xfrm>
            <a:prstGeom prst="rect">
              <a:avLst/>
            </a:prstGeom>
          </p:spPr>
        </p:pic>
        <p:sp>
          <p:nvSpPr>
            <p:cNvPr id="8" name="object 8"/>
            <p:cNvSpPr/>
            <p:nvPr>
              <p:custDataLst>
                <p:tags r:id="rId12"/>
              </p:custDataLst>
            </p:nvPr>
          </p:nvSpPr>
          <p:spPr>
            <a:xfrm>
              <a:off x="3019298" y="2518791"/>
              <a:ext cx="346710" cy="81915"/>
            </a:xfrm>
            <a:custGeom>
              <a:avLst/>
              <a:gdLst/>
              <a:ahLst/>
              <a:cxnLst/>
              <a:rect l="l" t="t" r="r" b="b"/>
              <a:pathLst>
                <a:path w="346710" h="81914">
                  <a:moveTo>
                    <a:pt x="47625" y="35051"/>
                  </a:moveTo>
                  <a:lnTo>
                    <a:pt x="0" y="35559"/>
                  </a:lnTo>
                  <a:lnTo>
                    <a:pt x="247" y="50926"/>
                  </a:lnTo>
                  <a:lnTo>
                    <a:pt x="253" y="51307"/>
                  </a:lnTo>
                  <a:lnTo>
                    <a:pt x="47878" y="50926"/>
                  </a:lnTo>
                  <a:lnTo>
                    <a:pt x="47633" y="35559"/>
                  </a:lnTo>
                  <a:lnTo>
                    <a:pt x="47625" y="35051"/>
                  </a:lnTo>
                  <a:close/>
                </a:path>
                <a:path w="346710" h="81914">
                  <a:moveTo>
                    <a:pt x="111125" y="34416"/>
                  </a:moveTo>
                  <a:lnTo>
                    <a:pt x="63500" y="34925"/>
                  </a:lnTo>
                  <a:lnTo>
                    <a:pt x="63745" y="50291"/>
                  </a:lnTo>
                  <a:lnTo>
                    <a:pt x="63753" y="50800"/>
                  </a:lnTo>
                  <a:lnTo>
                    <a:pt x="111378" y="50291"/>
                  </a:lnTo>
                  <a:lnTo>
                    <a:pt x="111133" y="34925"/>
                  </a:lnTo>
                  <a:lnTo>
                    <a:pt x="111125" y="34416"/>
                  </a:lnTo>
                  <a:close/>
                </a:path>
                <a:path w="346710" h="81914">
                  <a:moveTo>
                    <a:pt x="174625" y="33908"/>
                  </a:moveTo>
                  <a:lnTo>
                    <a:pt x="127000" y="34289"/>
                  </a:lnTo>
                  <a:lnTo>
                    <a:pt x="127247" y="49783"/>
                  </a:lnTo>
                  <a:lnTo>
                    <a:pt x="127253" y="50164"/>
                  </a:lnTo>
                  <a:lnTo>
                    <a:pt x="174878" y="49783"/>
                  </a:lnTo>
                  <a:lnTo>
                    <a:pt x="174631" y="34289"/>
                  </a:lnTo>
                  <a:lnTo>
                    <a:pt x="174625" y="33908"/>
                  </a:lnTo>
                  <a:close/>
                </a:path>
                <a:path w="346710" h="81914">
                  <a:moveTo>
                    <a:pt x="238125" y="33273"/>
                  </a:moveTo>
                  <a:lnTo>
                    <a:pt x="190500" y="33781"/>
                  </a:lnTo>
                  <a:lnTo>
                    <a:pt x="190745" y="49148"/>
                  </a:lnTo>
                  <a:lnTo>
                    <a:pt x="190753" y="49656"/>
                  </a:lnTo>
                  <a:lnTo>
                    <a:pt x="238251" y="49148"/>
                  </a:lnTo>
                  <a:lnTo>
                    <a:pt x="238125" y="33273"/>
                  </a:lnTo>
                  <a:close/>
                </a:path>
                <a:path w="346710" h="81914">
                  <a:moveTo>
                    <a:pt x="316318" y="40487"/>
                  </a:moveTo>
                  <a:lnTo>
                    <a:pt x="276478" y="65912"/>
                  </a:lnTo>
                  <a:lnTo>
                    <a:pt x="272796" y="68325"/>
                  </a:lnTo>
                  <a:lnTo>
                    <a:pt x="271779" y="73151"/>
                  </a:lnTo>
                  <a:lnTo>
                    <a:pt x="274065" y="76834"/>
                  </a:lnTo>
                  <a:lnTo>
                    <a:pt x="276478" y="80517"/>
                  </a:lnTo>
                  <a:lnTo>
                    <a:pt x="281304" y="81660"/>
                  </a:lnTo>
                  <a:lnTo>
                    <a:pt x="284988" y="79247"/>
                  </a:lnTo>
                  <a:lnTo>
                    <a:pt x="333041" y="48640"/>
                  </a:lnTo>
                  <a:lnTo>
                    <a:pt x="317628" y="48640"/>
                  </a:lnTo>
                  <a:lnTo>
                    <a:pt x="317568" y="41252"/>
                  </a:lnTo>
                  <a:lnTo>
                    <a:pt x="316318" y="40487"/>
                  </a:lnTo>
                  <a:close/>
                </a:path>
                <a:path w="346710" h="81914">
                  <a:moveTo>
                    <a:pt x="301625" y="32765"/>
                  </a:moveTo>
                  <a:lnTo>
                    <a:pt x="254000" y="33146"/>
                  </a:lnTo>
                  <a:lnTo>
                    <a:pt x="254126" y="49021"/>
                  </a:lnTo>
                  <a:lnTo>
                    <a:pt x="301751" y="48640"/>
                  </a:lnTo>
                  <a:lnTo>
                    <a:pt x="301625" y="32765"/>
                  </a:lnTo>
                  <a:close/>
                </a:path>
                <a:path w="346710" h="81914">
                  <a:moveTo>
                    <a:pt x="317568" y="41252"/>
                  </a:moveTo>
                  <a:lnTo>
                    <a:pt x="317628" y="48640"/>
                  </a:lnTo>
                  <a:lnTo>
                    <a:pt x="303911" y="48640"/>
                  </a:lnTo>
                  <a:lnTo>
                    <a:pt x="331342" y="48386"/>
                  </a:lnTo>
                  <a:lnTo>
                    <a:pt x="331332" y="47116"/>
                  </a:lnTo>
                  <a:lnTo>
                    <a:pt x="327151" y="47116"/>
                  </a:lnTo>
                  <a:lnTo>
                    <a:pt x="317568" y="41252"/>
                  </a:lnTo>
                  <a:close/>
                </a:path>
                <a:path w="346710" h="81914">
                  <a:moveTo>
                    <a:pt x="333583" y="32511"/>
                  </a:moveTo>
                  <a:lnTo>
                    <a:pt x="331215" y="32511"/>
                  </a:lnTo>
                  <a:lnTo>
                    <a:pt x="331342" y="48386"/>
                  </a:lnTo>
                  <a:lnTo>
                    <a:pt x="303911" y="48640"/>
                  </a:lnTo>
                  <a:lnTo>
                    <a:pt x="333041" y="48640"/>
                  </a:lnTo>
                  <a:lnTo>
                    <a:pt x="346201" y="40258"/>
                  </a:lnTo>
                  <a:lnTo>
                    <a:pt x="333583" y="32511"/>
                  </a:lnTo>
                  <a:close/>
                </a:path>
                <a:path w="346710" h="81914">
                  <a:moveTo>
                    <a:pt x="327025" y="33654"/>
                  </a:moveTo>
                  <a:lnTo>
                    <a:pt x="317556" y="39697"/>
                  </a:lnTo>
                  <a:lnTo>
                    <a:pt x="317568" y="41252"/>
                  </a:lnTo>
                  <a:lnTo>
                    <a:pt x="327151" y="47116"/>
                  </a:lnTo>
                  <a:lnTo>
                    <a:pt x="327025" y="33654"/>
                  </a:lnTo>
                  <a:close/>
                </a:path>
                <a:path w="346710" h="81914">
                  <a:moveTo>
                    <a:pt x="331225" y="33654"/>
                  </a:moveTo>
                  <a:lnTo>
                    <a:pt x="327025" y="33654"/>
                  </a:lnTo>
                  <a:lnTo>
                    <a:pt x="327151" y="47116"/>
                  </a:lnTo>
                  <a:lnTo>
                    <a:pt x="331332" y="47116"/>
                  </a:lnTo>
                  <a:lnTo>
                    <a:pt x="331225" y="33654"/>
                  </a:lnTo>
                  <a:close/>
                </a:path>
                <a:path w="346710" h="81914">
                  <a:moveTo>
                    <a:pt x="317556" y="39697"/>
                  </a:moveTo>
                  <a:lnTo>
                    <a:pt x="316318" y="40487"/>
                  </a:lnTo>
                  <a:lnTo>
                    <a:pt x="317568" y="41252"/>
                  </a:lnTo>
                  <a:lnTo>
                    <a:pt x="317556" y="39697"/>
                  </a:lnTo>
                  <a:close/>
                </a:path>
                <a:path w="346710" h="81914">
                  <a:moveTo>
                    <a:pt x="331215" y="32511"/>
                  </a:moveTo>
                  <a:lnTo>
                    <a:pt x="303700" y="32765"/>
                  </a:lnTo>
                  <a:lnTo>
                    <a:pt x="316318" y="40487"/>
                  </a:lnTo>
                  <a:lnTo>
                    <a:pt x="317556" y="39697"/>
                  </a:lnTo>
                  <a:lnTo>
                    <a:pt x="317501" y="32765"/>
                  </a:lnTo>
                  <a:lnTo>
                    <a:pt x="331218" y="32765"/>
                  </a:lnTo>
                  <a:lnTo>
                    <a:pt x="331215" y="32511"/>
                  </a:lnTo>
                  <a:close/>
                </a:path>
                <a:path w="346710" h="81914">
                  <a:moveTo>
                    <a:pt x="331218" y="32765"/>
                  </a:moveTo>
                  <a:lnTo>
                    <a:pt x="317501" y="32765"/>
                  </a:lnTo>
                  <a:lnTo>
                    <a:pt x="317556" y="39697"/>
                  </a:lnTo>
                  <a:lnTo>
                    <a:pt x="327025" y="33654"/>
                  </a:lnTo>
                  <a:lnTo>
                    <a:pt x="331225" y="33654"/>
                  </a:lnTo>
                  <a:lnTo>
                    <a:pt x="331218" y="32765"/>
                  </a:lnTo>
                  <a:close/>
                </a:path>
                <a:path w="346710" h="81914">
                  <a:moveTo>
                    <a:pt x="280542" y="0"/>
                  </a:moveTo>
                  <a:lnTo>
                    <a:pt x="275716" y="1269"/>
                  </a:lnTo>
                  <a:lnTo>
                    <a:pt x="273430" y="4952"/>
                  </a:lnTo>
                  <a:lnTo>
                    <a:pt x="271144" y="8762"/>
                  </a:lnTo>
                  <a:lnTo>
                    <a:pt x="272288" y="13588"/>
                  </a:lnTo>
                  <a:lnTo>
                    <a:pt x="276098" y="15875"/>
                  </a:lnTo>
                  <a:lnTo>
                    <a:pt x="303700" y="32765"/>
                  </a:lnTo>
                  <a:lnTo>
                    <a:pt x="333583" y="32511"/>
                  </a:lnTo>
                  <a:lnTo>
                    <a:pt x="284352" y="2285"/>
                  </a:lnTo>
                  <a:lnTo>
                    <a:pt x="28054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143372" y="2622931"/>
            <a:ext cx="1302385" cy="1503680"/>
            <a:chOff x="5025897" y="1751076"/>
            <a:chExt cx="1302385" cy="1503680"/>
          </a:xfrm>
        </p:grpSpPr>
        <p:pic>
          <p:nvPicPr>
            <p:cNvPr id="10" name="object 10"/>
            <p:cNvPicPr/>
            <p:nvPr>
              <p:custDataLst>
                <p:tags r:id="rId9"/>
              </p:custDataLst>
            </p:nvPr>
          </p:nvPicPr>
          <p:blipFill>
            <a:blip r:embed="rId16" cstate="print"/>
            <a:stretch>
              <a:fillRect/>
            </a:stretch>
          </p:blipFill>
          <p:spPr>
            <a:xfrm>
              <a:off x="5025897" y="2520442"/>
              <a:ext cx="222376" cy="816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>
              <p:custDataLst>
                <p:tags r:id="rId10"/>
              </p:custDataLst>
            </p:nvPr>
          </p:nvPicPr>
          <p:blipFill>
            <a:blip r:embed="rId17" cstate="print"/>
            <a:stretch>
              <a:fillRect/>
            </a:stretch>
          </p:blipFill>
          <p:spPr>
            <a:xfrm>
              <a:off x="5278500" y="1751076"/>
              <a:ext cx="1049337" cy="1503299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3590925" y="2637155"/>
            <a:ext cx="1466850" cy="1449705"/>
            <a:chOff x="3473450" y="1765300"/>
            <a:chExt cx="1466850" cy="1449705"/>
          </a:xfrm>
        </p:grpSpPr>
        <p:pic>
          <p:nvPicPr>
            <p:cNvPr id="13" name="object 13"/>
            <p:cNvPicPr/>
            <p:nvPr>
              <p:custDataLst>
                <p:tags r:id="rId7"/>
              </p:custDataLst>
            </p:nvPr>
          </p:nvPicPr>
          <p:blipFill>
            <a:blip r:embed="rId18" cstate="print"/>
            <a:stretch>
              <a:fillRect/>
            </a:stretch>
          </p:blipFill>
          <p:spPr>
            <a:xfrm>
              <a:off x="3473450" y="1765300"/>
              <a:ext cx="1466850" cy="144945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>
              <p:custDataLst>
                <p:tags r:id="rId8"/>
              </p:custDataLst>
            </p:nvPr>
          </p:nvSpPr>
          <p:spPr>
            <a:xfrm>
              <a:off x="3879850" y="2062225"/>
              <a:ext cx="706755" cy="936625"/>
            </a:xfrm>
            <a:custGeom>
              <a:avLst/>
              <a:gdLst/>
              <a:ahLst/>
              <a:cxnLst/>
              <a:rect l="l" t="t" r="r" b="b"/>
              <a:pathLst>
                <a:path w="706754" h="936625">
                  <a:moveTo>
                    <a:pt x="0" y="936625"/>
                  </a:moveTo>
                  <a:lnTo>
                    <a:pt x="706437" y="936625"/>
                  </a:lnTo>
                  <a:lnTo>
                    <a:pt x="706437" y="0"/>
                  </a:lnTo>
                  <a:lnTo>
                    <a:pt x="0" y="0"/>
                  </a:lnTo>
                  <a:lnTo>
                    <a:pt x="0" y="936625"/>
                  </a:lnTo>
                  <a:close/>
                </a:path>
              </a:pathLst>
            </a:custGeom>
            <a:ln w="15875">
              <a:solidFill>
                <a:srgbClr val="C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>
            <p:custDataLst>
              <p:tags r:id="rId1"/>
            </p:custDataLst>
          </p:nvPr>
        </p:nvSpPr>
        <p:spPr>
          <a:xfrm>
            <a:off x="1739900" y="4267517"/>
            <a:ext cx="1129030" cy="370205"/>
          </a:xfrm>
          <a:prstGeom prst="rect">
            <a:avLst/>
          </a:prstGeom>
          <a:ln w="6350">
            <a:solidFill>
              <a:srgbClr val="6F2F9F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220980">
              <a:lnSpc>
                <a:spcPct val="100000"/>
              </a:lnSpc>
              <a:spcBef>
                <a:spcPts val="295"/>
              </a:spcBef>
            </a:pPr>
            <a:r>
              <a:rPr sz="1800" spc="-20" dirty="0">
                <a:solidFill>
                  <a:srgbClr val="001F5F"/>
                </a:solidFill>
                <a:latin typeface="PMingLiU"/>
                <a:cs typeface="PMingLiU"/>
              </a:rPr>
              <a:t>摄像头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>
            <p:custDataLst>
              <p:tags r:id="rId2"/>
            </p:custDataLst>
          </p:nvPr>
        </p:nvSpPr>
        <p:spPr>
          <a:xfrm>
            <a:off x="3708400" y="4294568"/>
            <a:ext cx="1123950" cy="370205"/>
          </a:xfrm>
          <a:prstGeom prst="rect">
            <a:avLst/>
          </a:prstGeom>
          <a:ln w="6350">
            <a:solidFill>
              <a:srgbClr val="6F2F9F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295"/>
              </a:spcBef>
            </a:pPr>
            <a:r>
              <a:rPr sz="1800" spc="-15" dirty="0">
                <a:solidFill>
                  <a:srgbClr val="001F5F"/>
                </a:solidFill>
                <a:latin typeface="PMingLiU"/>
                <a:cs typeface="PMingLiU"/>
              </a:rPr>
              <a:t>人脸图像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7" name="object 17"/>
          <p:cNvSpPr txBox="1"/>
          <p:nvPr>
            <p:custDataLst>
              <p:tags r:id="rId3"/>
            </p:custDataLst>
          </p:nvPr>
        </p:nvSpPr>
        <p:spPr>
          <a:xfrm>
            <a:off x="7049896" y="2882087"/>
            <a:ext cx="38100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00009A"/>
                </a:solidFill>
                <a:latin typeface="PMingLiU"/>
                <a:cs typeface="PMingLiU"/>
              </a:rPr>
              <a:t>马云</a:t>
            </a:r>
            <a:endParaRPr sz="2800">
              <a:latin typeface="PMingLiU"/>
              <a:cs typeface="PMingLiU"/>
            </a:endParaRPr>
          </a:p>
        </p:txBody>
      </p:sp>
      <p:sp>
        <p:nvSpPr>
          <p:cNvPr id="18" name="object 18"/>
          <p:cNvSpPr txBox="1"/>
          <p:nvPr>
            <p:custDataLst>
              <p:tags r:id="rId4"/>
            </p:custDataLst>
          </p:nvPr>
        </p:nvSpPr>
        <p:spPr>
          <a:xfrm>
            <a:off x="5383276" y="4277042"/>
            <a:ext cx="1152525" cy="370205"/>
          </a:xfrm>
          <a:prstGeom prst="rect">
            <a:avLst/>
          </a:prstGeom>
          <a:ln w="6350">
            <a:solidFill>
              <a:srgbClr val="6F2F9F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295"/>
              </a:spcBef>
            </a:pPr>
            <a:r>
              <a:rPr sz="1800" spc="-15" dirty="0">
                <a:solidFill>
                  <a:srgbClr val="001F5F"/>
                </a:solidFill>
                <a:latin typeface="PMingLiU"/>
                <a:cs typeface="PMingLiU"/>
              </a:rPr>
              <a:t>识别算法</a:t>
            </a:r>
            <a:endParaRPr sz="1800">
              <a:latin typeface="PMingLiU"/>
              <a:cs typeface="PMingLiU"/>
            </a:endParaRPr>
          </a:p>
        </p:txBody>
      </p:sp>
      <p:sp>
        <p:nvSpPr>
          <p:cNvPr id="19" name="object 19"/>
          <p:cNvSpPr/>
          <p:nvPr>
            <p:custDataLst>
              <p:tags r:id="rId5"/>
            </p:custDataLst>
          </p:nvPr>
        </p:nvSpPr>
        <p:spPr>
          <a:xfrm>
            <a:off x="6538848" y="3362706"/>
            <a:ext cx="286385" cy="81915"/>
          </a:xfrm>
          <a:custGeom>
            <a:avLst/>
            <a:gdLst/>
            <a:ahLst/>
            <a:cxnLst/>
            <a:rect l="l" t="t" r="r" b="b"/>
            <a:pathLst>
              <a:path w="286384" h="81914">
                <a:moveTo>
                  <a:pt x="126" y="31623"/>
                </a:moveTo>
                <a:lnTo>
                  <a:pt x="0" y="47498"/>
                </a:lnTo>
                <a:lnTo>
                  <a:pt x="47625" y="47879"/>
                </a:lnTo>
                <a:lnTo>
                  <a:pt x="47751" y="32004"/>
                </a:lnTo>
                <a:lnTo>
                  <a:pt x="126" y="31623"/>
                </a:lnTo>
                <a:close/>
              </a:path>
              <a:path w="286384" h="81914">
                <a:moveTo>
                  <a:pt x="63626" y="32004"/>
                </a:moveTo>
                <a:lnTo>
                  <a:pt x="63500" y="47879"/>
                </a:lnTo>
                <a:lnTo>
                  <a:pt x="111125" y="48132"/>
                </a:lnTo>
                <a:lnTo>
                  <a:pt x="111251" y="32257"/>
                </a:lnTo>
                <a:lnTo>
                  <a:pt x="63626" y="32004"/>
                </a:lnTo>
                <a:close/>
              </a:path>
              <a:path w="286384" h="81914">
                <a:moveTo>
                  <a:pt x="127126" y="32385"/>
                </a:moveTo>
                <a:lnTo>
                  <a:pt x="127000" y="48260"/>
                </a:lnTo>
                <a:lnTo>
                  <a:pt x="174625" y="48513"/>
                </a:lnTo>
                <a:lnTo>
                  <a:pt x="174751" y="32638"/>
                </a:lnTo>
                <a:lnTo>
                  <a:pt x="127126" y="32385"/>
                </a:lnTo>
                <a:close/>
              </a:path>
              <a:path w="286384" h="81914">
                <a:moveTo>
                  <a:pt x="254054" y="42206"/>
                </a:moveTo>
                <a:lnTo>
                  <a:pt x="215773" y="65786"/>
                </a:lnTo>
                <a:lnTo>
                  <a:pt x="211962" y="68199"/>
                </a:lnTo>
                <a:lnTo>
                  <a:pt x="210820" y="73025"/>
                </a:lnTo>
                <a:lnTo>
                  <a:pt x="213105" y="76707"/>
                </a:lnTo>
                <a:lnTo>
                  <a:pt x="215519" y="80518"/>
                </a:lnTo>
                <a:lnTo>
                  <a:pt x="220345" y="81661"/>
                </a:lnTo>
                <a:lnTo>
                  <a:pt x="273301" y="49022"/>
                </a:lnTo>
                <a:lnTo>
                  <a:pt x="254000" y="49022"/>
                </a:lnTo>
                <a:lnTo>
                  <a:pt x="254054" y="42206"/>
                </a:lnTo>
                <a:close/>
              </a:path>
              <a:path w="286384" h="81914">
                <a:moveTo>
                  <a:pt x="255930" y="41050"/>
                </a:moveTo>
                <a:lnTo>
                  <a:pt x="254054" y="42206"/>
                </a:lnTo>
                <a:lnTo>
                  <a:pt x="254000" y="49022"/>
                </a:lnTo>
                <a:lnTo>
                  <a:pt x="270891" y="49022"/>
                </a:lnTo>
                <a:lnTo>
                  <a:pt x="270891" y="47879"/>
                </a:lnTo>
                <a:lnTo>
                  <a:pt x="266700" y="47879"/>
                </a:lnTo>
                <a:lnTo>
                  <a:pt x="255930" y="41050"/>
                </a:lnTo>
                <a:close/>
              </a:path>
              <a:path w="286384" h="81914">
                <a:moveTo>
                  <a:pt x="273047" y="33147"/>
                </a:moveTo>
                <a:lnTo>
                  <a:pt x="270891" y="33147"/>
                </a:lnTo>
                <a:lnTo>
                  <a:pt x="270891" y="49022"/>
                </a:lnTo>
                <a:lnTo>
                  <a:pt x="273301" y="49022"/>
                </a:lnTo>
                <a:lnTo>
                  <a:pt x="285876" y="41275"/>
                </a:lnTo>
                <a:lnTo>
                  <a:pt x="273047" y="33147"/>
                </a:lnTo>
                <a:close/>
              </a:path>
              <a:path w="286384" h="81914">
                <a:moveTo>
                  <a:pt x="190626" y="32766"/>
                </a:moveTo>
                <a:lnTo>
                  <a:pt x="190500" y="48641"/>
                </a:lnTo>
                <a:lnTo>
                  <a:pt x="238125" y="48894"/>
                </a:lnTo>
                <a:lnTo>
                  <a:pt x="238251" y="33019"/>
                </a:lnTo>
                <a:lnTo>
                  <a:pt x="190626" y="32766"/>
                </a:lnTo>
                <a:close/>
              </a:path>
              <a:path w="286384" h="81914">
                <a:moveTo>
                  <a:pt x="266700" y="34417"/>
                </a:moveTo>
                <a:lnTo>
                  <a:pt x="255930" y="41050"/>
                </a:lnTo>
                <a:lnTo>
                  <a:pt x="266700" y="47879"/>
                </a:lnTo>
                <a:lnTo>
                  <a:pt x="266700" y="34417"/>
                </a:lnTo>
                <a:close/>
              </a:path>
              <a:path w="286384" h="81914">
                <a:moveTo>
                  <a:pt x="270891" y="34417"/>
                </a:moveTo>
                <a:lnTo>
                  <a:pt x="266700" y="34417"/>
                </a:lnTo>
                <a:lnTo>
                  <a:pt x="266700" y="47879"/>
                </a:lnTo>
                <a:lnTo>
                  <a:pt x="270891" y="47879"/>
                </a:lnTo>
                <a:lnTo>
                  <a:pt x="270891" y="34417"/>
                </a:lnTo>
                <a:close/>
              </a:path>
              <a:path w="286384" h="81914">
                <a:moveTo>
                  <a:pt x="254073" y="39872"/>
                </a:moveTo>
                <a:lnTo>
                  <a:pt x="254054" y="42206"/>
                </a:lnTo>
                <a:lnTo>
                  <a:pt x="255930" y="41050"/>
                </a:lnTo>
                <a:lnTo>
                  <a:pt x="254073" y="39872"/>
                </a:lnTo>
                <a:close/>
              </a:path>
              <a:path w="286384" h="81914">
                <a:moveTo>
                  <a:pt x="270891" y="33147"/>
                </a:moveTo>
                <a:lnTo>
                  <a:pt x="254126" y="33147"/>
                </a:lnTo>
                <a:lnTo>
                  <a:pt x="254073" y="39872"/>
                </a:lnTo>
                <a:lnTo>
                  <a:pt x="255930" y="41050"/>
                </a:lnTo>
                <a:lnTo>
                  <a:pt x="266700" y="34417"/>
                </a:lnTo>
                <a:lnTo>
                  <a:pt x="270891" y="34417"/>
                </a:lnTo>
                <a:lnTo>
                  <a:pt x="270891" y="33147"/>
                </a:lnTo>
                <a:close/>
              </a:path>
              <a:path w="286384" h="81914">
                <a:moveTo>
                  <a:pt x="220852" y="0"/>
                </a:moveTo>
                <a:lnTo>
                  <a:pt x="215900" y="1143"/>
                </a:lnTo>
                <a:lnTo>
                  <a:pt x="213614" y="4825"/>
                </a:lnTo>
                <a:lnTo>
                  <a:pt x="211200" y="8509"/>
                </a:lnTo>
                <a:lnTo>
                  <a:pt x="212344" y="13462"/>
                </a:lnTo>
                <a:lnTo>
                  <a:pt x="216026" y="15748"/>
                </a:lnTo>
                <a:lnTo>
                  <a:pt x="254073" y="39872"/>
                </a:lnTo>
                <a:lnTo>
                  <a:pt x="254126" y="33147"/>
                </a:lnTo>
                <a:lnTo>
                  <a:pt x="273047" y="33147"/>
                </a:lnTo>
                <a:lnTo>
                  <a:pt x="224535" y="2412"/>
                </a:lnTo>
                <a:lnTo>
                  <a:pt x="22085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0"/>
          <p:cNvSpPr txBox="1"/>
          <p:nvPr>
            <p:custDataLst>
              <p:tags r:id="rId6"/>
            </p:custDataLst>
          </p:nvPr>
        </p:nvSpPr>
        <p:spPr>
          <a:xfrm>
            <a:off x="3846448" y="5042230"/>
            <a:ext cx="10464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810967"/>
                </a:solidFill>
                <a:latin typeface="Microsoft JhengHei UI"/>
                <a:cs typeface="Microsoft JhengHei UI"/>
              </a:rPr>
              <a:t>人脸识别</a:t>
            </a:r>
            <a:endParaRPr sz="2000">
              <a:latin typeface="Microsoft JhengHei UI"/>
              <a:cs typeface="Microsoft JhengHei UI"/>
            </a:endParaRPr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100" y="539115"/>
            <a:ext cx="486092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1. 为什么要学习数字图像处理？</a:t>
            </a:r>
            <a:endParaRPr lang="zh-CN" altLang="en-US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84212" y="1823021"/>
            <a:ext cx="2230755" cy="3370579"/>
            <a:chOff x="684212" y="1466786"/>
            <a:chExt cx="2230755" cy="3370579"/>
          </a:xfrm>
        </p:grpSpPr>
        <p:pic>
          <p:nvPicPr>
            <p:cNvPr id="4" name="object 4"/>
            <p:cNvPicPr/>
            <p:nvPr>
              <p:custDataLst>
                <p:tags r:id="rId6"/>
              </p:custDataLst>
            </p:nvPr>
          </p:nvPicPr>
          <p:blipFill>
            <a:blip r:embed="rId10" cstate="print"/>
            <a:stretch>
              <a:fillRect/>
            </a:stretch>
          </p:blipFill>
          <p:spPr>
            <a:xfrm>
              <a:off x="684212" y="1466786"/>
              <a:ext cx="2010901" cy="3370326"/>
            </a:xfrm>
            <a:prstGeom prst="rect">
              <a:avLst/>
            </a:prstGeom>
          </p:spPr>
        </p:pic>
        <p:sp>
          <p:nvSpPr>
            <p:cNvPr id="5" name="object 5"/>
            <p:cNvSpPr/>
            <p:nvPr>
              <p:custDataLst>
                <p:tags r:id="rId7"/>
              </p:custDataLst>
            </p:nvPr>
          </p:nvSpPr>
          <p:spPr>
            <a:xfrm>
              <a:off x="971550" y="2201545"/>
              <a:ext cx="1943100" cy="908685"/>
            </a:xfrm>
            <a:custGeom>
              <a:avLst/>
              <a:gdLst/>
              <a:ahLst/>
              <a:cxnLst/>
              <a:rect l="l" t="t" r="r" b="b"/>
              <a:pathLst>
                <a:path w="1943100" h="908685">
                  <a:moveTo>
                    <a:pt x="88849" y="792861"/>
                  </a:moveTo>
                  <a:lnTo>
                    <a:pt x="0" y="903605"/>
                  </a:lnTo>
                  <a:lnTo>
                    <a:pt x="141909" y="908177"/>
                  </a:lnTo>
                  <a:lnTo>
                    <a:pt x="83662" y="878967"/>
                  </a:lnTo>
                  <a:lnTo>
                    <a:pt x="72542" y="878967"/>
                  </a:lnTo>
                  <a:lnTo>
                    <a:pt x="65912" y="864488"/>
                  </a:lnTo>
                  <a:lnTo>
                    <a:pt x="71686" y="861845"/>
                  </a:lnTo>
                  <a:lnTo>
                    <a:pt x="88849" y="792861"/>
                  </a:lnTo>
                  <a:close/>
                </a:path>
                <a:path w="1943100" h="908685">
                  <a:moveTo>
                    <a:pt x="69227" y="871728"/>
                  </a:moveTo>
                  <a:lnTo>
                    <a:pt x="72542" y="878967"/>
                  </a:lnTo>
                  <a:lnTo>
                    <a:pt x="78337" y="876296"/>
                  </a:lnTo>
                  <a:lnTo>
                    <a:pt x="69227" y="871728"/>
                  </a:lnTo>
                  <a:close/>
                </a:path>
                <a:path w="1943100" h="908685">
                  <a:moveTo>
                    <a:pt x="78337" y="876296"/>
                  </a:moveTo>
                  <a:lnTo>
                    <a:pt x="72542" y="878967"/>
                  </a:lnTo>
                  <a:lnTo>
                    <a:pt x="83662" y="878967"/>
                  </a:lnTo>
                  <a:lnTo>
                    <a:pt x="78337" y="876296"/>
                  </a:lnTo>
                  <a:close/>
                </a:path>
                <a:path w="1943100" h="908685">
                  <a:moveTo>
                    <a:pt x="109181" y="844677"/>
                  </a:moveTo>
                  <a:lnTo>
                    <a:pt x="71686" y="861845"/>
                  </a:lnTo>
                  <a:lnTo>
                    <a:pt x="69227" y="871728"/>
                  </a:lnTo>
                  <a:lnTo>
                    <a:pt x="78337" y="876296"/>
                  </a:lnTo>
                  <a:lnTo>
                    <a:pt x="115811" y="859028"/>
                  </a:lnTo>
                  <a:lnTo>
                    <a:pt x="109181" y="844677"/>
                  </a:lnTo>
                  <a:close/>
                </a:path>
                <a:path w="1943100" h="908685">
                  <a:moveTo>
                    <a:pt x="71686" y="861845"/>
                  </a:moveTo>
                  <a:lnTo>
                    <a:pt x="65912" y="864488"/>
                  </a:lnTo>
                  <a:lnTo>
                    <a:pt x="69227" y="871728"/>
                  </a:lnTo>
                  <a:lnTo>
                    <a:pt x="71686" y="861845"/>
                  </a:lnTo>
                  <a:close/>
                </a:path>
                <a:path w="1943100" h="908685">
                  <a:moveTo>
                    <a:pt x="166865" y="818134"/>
                  </a:moveTo>
                  <a:lnTo>
                    <a:pt x="123596" y="838073"/>
                  </a:lnTo>
                  <a:lnTo>
                    <a:pt x="130238" y="852424"/>
                  </a:lnTo>
                  <a:lnTo>
                    <a:pt x="173507" y="832485"/>
                  </a:lnTo>
                  <a:lnTo>
                    <a:pt x="166865" y="818134"/>
                  </a:lnTo>
                  <a:close/>
                </a:path>
                <a:path w="1943100" h="908685">
                  <a:moveTo>
                    <a:pt x="224561" y="791591"/>
                  </a:moveTo>
                  <a:lnTo>
                    <a:pt x="181292" y="811530"/>
                  </a:lnTo>
                  <a:lnTo>
                    <a:pt x="187921" y="825881"/>
                  </a:lnTo>
                  <a:lnTo>
                    <a:pt x="231190" y="805942"/>
                  </a:lnTo>
                  <a:lnTo>
                    <a:pt x="224561" y="791591"/>
                  </a:lnTo>
                  <a:close/>
                </a:path>
                <a:path w="1943100" h="908685">
                  <a:moveTo>
                    <a:pt x="282244" y="765048"/>
                  </a:moveTo>
                  <a:lnTo>
                    <a:pt x="238975" y="784987"/>
                  </a:lnTo>
                  <a:lnTo>
                    <a:pt x="245618" y="799338"/>
                  </a:lnTo>
                  <a:lnTo>
                    <a:pt x="288886" y="779526"/>
                  </a:lnTo>
                  <a:lnTo>
                    <a:pt x="282244" y="765048"/>
                  </a:lnTo>
                  <a:close/>
                </a:path>
                <a:path w="1943100" h="908685">
                  <a:moveTo>
                    <a:pt x="339978" y="738505"/>
                  </a:moveTo>
                  <a:lnTo>
                    <a:pt x="296672" y="758444"/>
                  </a:lnTo>
                  <a:lnTo>
                    <a:pt x="303275" y="772794"/>
                  </a:lnTo>
                  <a:lnTo>
                    <a:pt x="346583" y="752982"/>
                  </a:lnTo>
                  <a:lnTo>
                    <a:pt x="339978" y="738505"/>
                  </a:lnTo>
                  <a:close/>
                </a:path>
                <a:path w="1943100" h="908685">
                  <a:moveTo>
                    <a:pt x="397637" y="711962"/>
                  </a:moveTo>
                  <a:lnTo>
                    <a:pt x="354330" y="731901"/>
                  </a:lnTo>
                  <a:lnTo>
                    <a:pt x="360934" y="746252"/>
                  </a:lnTo>
                  <a:lnTo>
                    <a:pt x="404241" y="726440"/>
                  </a:lnTo>
                  <a:lnTo>
                    <a:pt x="397637" y="711962"/>
                  </a:lnTo>
                  <a:close/>
                </a:path>
                <a:path w="1943100" h="908685">
                  <a:moveTo>
                    <a:pt x="455294" y="685419"/>
                  </a:moveTo>
                  <a:lnTo>
                    <a:pt x="411988" y="705357"/>
                  </a:lnTo>
                  <a:lnTo>
                    <a:pt x="418719" y="719709"/>
                  </a:lnTo>
                  <a:lnTo>
                    <a:pt x="461899" y="699897"/>
                  </a:lnTo>
                  <a:lnTo>
                    <a:pt x="455294" y="685419"/>
                  </a:lnTo>
                  <a:close/>
                </a:path>
                <a:path w="1943100" h="908685">
                  <a:moveTo>
                    <a:pt x="512953" y="658876"/>
                  </a:moveTo>
                  <a:lnTo>
                    <a:pt x="469772" y="678815"/>
                  </a:lnTo>
                  <a:lnTo>
                    <a:pt x="476377" y="693166"/>
                  </a:lnTo>
                  <a:lnTo>
                    <a:pt x="519684" y="673354"/>
                  </a:lnTo>
                  <a:lnTo>
                    <a:pt x="512953" y="658876"/>
                  </a:lnTo>
                  <a:close/>
                </a:path>
                <a:path w="1943100" h="908685">
                  <a:moveTo>
                    <a:pt x="570738" y="632332"/>
                  </a:moveTo>
                  <a:lnTo>
                    <a:pt x="527431" y="652272"/>
                  </a:lnTo>
                  <a:lnTo>
                    <a:pt x="534035" y="666750"/>
                  </a:lnTo>
                  <a:lnTo>
                    <a:pt x="577341" y="646811"/>
                  </a:lnTo>
                  <a:lnTo>
                    <a:pt x="570738" y="632332"/>
                  </a:lnTo>
                  <a:close/>
                </a:path>
                <a:path w="1943100" h="908685">
                  <a:moveTo>
                    <a:pt x="628396" y="605790"/>
                  </a:moveTo>
                  <a:lnTo>
                    <a:pt x="585088" y="625729"/>
                  </a:lnTo>
                  <a:lnTo>
                    <a:pt x="591693" y="640207"/>
                  </a:lnTo>
                  <a:lnTo>
                    <a:pt x="635000" y="620268"/>
                  </a:lnTo>
                  <a:lnTo>
                    <a:pt x="628396" y="605790"/>
                  </a:lnTo>
                  <a:close/>
                </a:path>
                <a:path w="1943100" h="908685">
                  <a:moveTo>
                    <a:pt x="686054" y="579247"/>
                  </a:moveTo>
                  <a:lnTo>
                    <a:pt x="642747" y="599186"/>
                  </a:lnTo>
                  <a:lnTo>
                    <a:pt x="649478" y="613663"/>
                  </a:lnTo>
                  <a:lnTo>
                    <a:pt x="692657" y="593725"/>
                  </a:lnTo>
                  <a:lnTo>
                    <a:pt x="686054" y="579247"/>
                  </a:lnTo>
                  <a:close/>
                </a:path>
                <a:path w="1943100" h="908685">
                  <a:moveTo>
                    <a:pt x="743712" y="552704"/>
                  </a:moveTo>
                  <a:lnTo>
                    <a:pt x="700532" y="572643"/>
                  </a:lnTo>
                  <a:lnTo>
                    <a:pt x="707136" y="587121"/>
                  </a:lnTo>
                  <a:lnTo>
                    <a:pt x="750443" y="567182"/>
                  </a:lnTo>
                  <a:lnTo>
                    <a:pt x="743712" y="552704"/>
                  </a:lnTo>
                  <a:close/>
                </a:path>
                <a:path w="1943100" h="908685">
                  <a:moveTo>
                    <a:pt x="801497" y="526161"/>
                  </a:moveTo>
                  <a:lnTo>
                    <a:pt x="758189" y="546100"/>
                  </a:lnTo>
                  <a:lnTo>
                    <a:pt x="764794" y="560578"/>
                  </a:lnTo>
                  <a:lnTo>
                    <a:pt x="808101" y="540638"/>
                  </a:lnTo>
                  <a:lnTo>
                    <a:pt x="801497" y="526161"/>
                  </a:lnTo>
                  <a:close/>
                </a:path>
                <a:path w="1943100" h="908685">
                  <a:moveTo>
                    <a:pt x="859155" y="499744"/>
                  </a:moveTo>
                  <a:lnTo>
                    <a:pt x="815848" y="519556"/>
                  </a:lnTo>
                  <a:lnTo>
                    <a:pt x="822451" y="534035"/>
                  </a:lnTo>
                  <a:lnTo>
                    <a:pt x="865758" y="514096"/>
                  </a:lnTo>
                  <a:lnTo>
                    <a:pt x="859155" y="499744"/>
                  </a:lnTo>
                  <a:close/>
                </a:path>
                <a:path w="1943100" h="908685">
                  <a:moveTo>
                    <a:pt x="916813" y="473202"/>
                  </a:moveTo>
                  <a:lnTo>
                    <a:pt x="873506" y="493013"/>
                  </a:lnTo>
                  <a:lnTo>
                    <a:pt x="880237" y="507492"/>
                  </a:lnTo>
                  <a:lnTo>
                    <a:pt x="923417" y="487553"/>
                  </a:lnTo>
                  <a:lnTo>
                    <a:pt x="916813" y="473202"/>
                  </a:lnTo>
                  <a:close/>
                </a:path>
                <a:path w="1943100" h="908685">
                  <a:moveTo>
                    <a:pt x="974470" y="446659"/>
                  </a:moveTo>
                  <a:lnTo>
                    <a:pt x="931291" y="466471"/>
                  </a:lnTo>
                  <a:lnTo>
                    <a:pt x="937894" y="480949"/>
                  </a:lnTo>
                  <a:lnTo>
                    <a:pt x="981201" y="461010"/>
                  </a:lnTo>
                  <a:lnTo>
                    <a:pt x="974470" y="446659"/>
                  </a:lnTo>
                  <a:close/>
                </a:path>
                <a:path w="1943100" h="908685">
                  <a:moveTo>
                    <a:pt x="1032256" y="420116"/>
                  </a:moveTo>
                  <a:lnTo>
                    <a:pt x="988949" y="439928"/>
                  </a:lnTo>
                  <a:lnTo>
                    <a:pt x="995552" y="454406"/>
                  </a:lnTo>
                  <a:lnTo>
                    <a:pt x="1038860" y="434467"/>
                  </a:lnTo>
                  <a:lnTo>
                    <a:pt x="1032256" y="420116"/>
                  </a:lnTo>
                  <a:close/>
                </a:path>
                <a:path w="1943100" h="908685">
                  <a:moveTo>
                    <a:pt x="1089914" y="393573"/>
                  </a:moveTo>
                  <a:lnTo>
                    <a:pt x="1046607" y="413512"/>
                  </a:lnTo>
                  <a:lnTo>
                    <a:pt x="1053211" y="427863"/>
                  </a:lnTo>
                  <a:lnTo>
                    <a:pt x="1096518" y="407924"/>
                  </a:lnTo>
                  <a:lnTo>
                    <a:pt x="1089914" y="393573"/>
                  </a:lnTo>
                  <a:close/>
                </a:path>
                <a:path w="1943100" h="908685">
                  <a:moveTo>
                    <a:pt x="1147572" y="367030"/>
                  </a:moveTo>
                  <a:lnTo>
                    <a:pt x="1104264" y="386969"/>
                  </a:lnTo>
                  <a:lnTo>
                    <a:pt x="1110995" y="401319"/>
                  </a:lnTo>
                  <a:lnTo>
                    <a:pt x="1154176" y="381381"/>
                  </a:lnTo>
                  <a:lnTo>
                    <a:pt x="1147572" y="367030"/>
                  </a:lnTo>
                  <a:close/>
                </a:path>
                <a:path w="1943100" h="908685">
                  <a:moveTo>
                    <a:pt x="1205230" y="340487"/>
                  </a:moveTo>
                  <a:lnTo>
                    <a:pt x="1162050" y="360425"/>
                  </a:lnTo>
                  <a:lnTo>
                    <a:pt x="1168654" y="374777"/>
                  </a:lnTo>
                  <a:lnTo>
                    <a:pt x="1211961" y="354838"/>
                  </a:lnTo>
                  <a:lnTo>
                    <a:pt x="1205230" y="340487"/>
                  </a:lnTo>
                  <a:close/>
                </a:path>
                <a:path w="1943100" h="908685">
                  <a:moveTo>
                    <a:pt x="1263014" y="313944"/>
                  </a:moveTo>
                  <a:lnTo>
                    <a:pt x="1219708" y="333882"/>
                  </a:lnTo>
                  <a:lnTo>
                    <a:pt x="1226312" y="348234"/>
                  </a:lnTo>
                  <a:lnTo>
                    <a:pt x="1269619" y="328422"/>
                  </a:lnTo>
                  <a:lnTo>
                    <a:pt x="1263014" y="313944"/>
                  </a:lnTo>
                  <a:close/>
                </a:path>
                <a:path w="1943100" h="908685">
                  <a:moveTo>
                    <a:pt x="1320673" y="287400"/>
                  </a:moveTo>
                  <a:lnTo>
                    <a:pt x="1277366" y="307340"/>
                  </a:lnTo>
                  <a:lnTo>
                    <a:pt x="1283970" y="321691"/>
                  </a:lnTo>
                  <a:lnTo>
                    <a:pt x="1327277" y="301879"/>
                  </a:lnTo>
                  <a:lnTo>
                    <a:pt x="1320673" y="287400"/>
                  </a:lnTo>
                  <a:close/>
                </a:path>
                <a:path w="1943100" h="908685">
                  <a:moveTo>
                    <a:pt x="1378331" y="260857"/>
                  </a:moveTo>
                  <a:lnTo>
                    <a:pt x="1335024" y="280797"/>
                  </a:lnTo>
                  <a:lnTo>
                    <a:pt x="1341755" y="295148"/>
                  </a:lnTo>
                  <a:lnTo>
                    <a:pt x="1384935" y="275336"/>
                  </a:lnTo>
                  <a:lnTo>
                    <a:pt x="1378331" y="260857"/>
                  </a:lnTo>
                  <a:close/>
                </a:path>
                <a:path w="1943100" h="908685">
                  <a:moveTo>
                    <a:pt x="1435989" y="234315"/>
                  </a:moveTo>
                  <a:lnTo>
                    <a:pt x="1392808" y="254254"/>
                  </a:lnTo>
                  <a:lnTo>
                    <a:pt x="1399413" y="268605"/>
                  </a:lnTo>
                  <a:lnTo>
                    <a:pt x="1442720" y="248793"/>
                  </a:lnTo>
                  <a:lnTo>
                    <a:pt x="1435989" y="234315"/>
                  </a:lnTo>
                  <a:close/>
                </a:path>
                <a:path w="1943100" h="908685">
                  <a:moveTo>
                    <a:pt x="1493774" y="207772"/>
                  </a:moveTo>
                  <a:lnTo>
                    <a:pt x="1450467" y="227711"/>
                  </a:lnTo>
                  <a:lnTo>
                    <a:pt x="1457070" y="242062"/>
                  </a:lnTo>
                  <a:lnTo>
                    <a:pt x="1500377" y="222250"/>
                  </a:lnTo>
                  <a:lnTo>
                    <a:pt x="1493774" y="207772"/>
                  </a:lnTo>
                  <a:close/>
                </a:path>
                <a:path w="1943100" h="908685">
                  <a:moveTo>
                    <a:pt x="1551432" y="181229"/>
                  </a:moveTo>
                  <a:lnTo>
                    <a:pt x="1508125" y="201168"/>
                  </a:lnTo>
                  <a:lnTo>
                    <a:pt x="1514729" y="215646"/>
                  </a:lnTo>
                  <a:lnTo>
                    <a:pt x="1558036" y="195706"/>
                  </a:lnTo>
                  <a:lnTo>
                    <a:pt x="1551432" y="181229"/>
                  </a:lnTo>
                  <a:close/>
                </a:path>
                <a:path w="1943100" h="908685">
                  <a:moveTo>
                    <a:pt x="1609089" y="154686"/>
                  </a:moveTo>
                  <a:lnTo>
                    <a:pt x="1565910" y="174625"/>
                  </a:lnTo>
                  <a:lnTo>
                    <a:pt x="1572514" y="189103"/>
                  </a:lnTo>
                  <a:lnTo>
                    <a:pt x="1615694" y="169163"/>
                  </a:lnTo>
                  <a:lnTo>
                    <a:pt x="1609089" y="154686"/>
                  </a:lnTo>
                  <a:close/>
                </a:path>
                <a:path w="1943100" h="908685">
                  <a:moveTo>
                    <a:pt x="1666748" y="128143"/>
                  </a:moveTo>
                  <a:lnTo>
                    <a:pt x="1623568" y="148081"/>
                  </a:lnTo>
                  <a:lnTo>
                    <a:pt x="1630172" y="162560"/>
                  </a:lnTo>
                  <a:lnTo>
                    <a:pt x="1673479" y="142621"/>
                  </a:lnTo>
                  <a:lnTo>
                    <a:pt x="1666748" y="128143"/>
                  </a:lnTo>
                  <a:close/>
                </a:path>
                <a:path w="1943100" h="908685">
                  <a:moveTo>
                    <a:pt x="1724533" y="101600"/>
                  </a:moveTo>
                  <a:lnTo>
                    <a:pt x="1681226" y="121538"/>
                  </a:lnTo>
                  <a:lnTo>
                    <a:pt x="1687830" y="136017"/>
                  </a:lnTo>
                  <a:lnTo>
                    <a:pt x="1731137" y="116078"/>
                  </a:lnTo>
                  <a:lnTo>
                    <a:pt x="1724533" y="101600"/>
                  </a:lnTo>
                  <a:close/>
                </a:path>
                <a:path w="1943100" h="908685">
                  <a:moveTo>
                    <a:pt x="1782191" y="75184"/>
                  </a:moveTo>
                  <a:lnTo>
                    <a:pt x="1738883" y="94996"/>
                  </a:lnTo>
                  <a:lnTo>
                    <a:pt x="1745488" y="109474"/>
                  </a:lnTo>
                  <a:lnTo>
                    <a:pt x="1788795" y="89535"/>
                  </a:lnTo>
                  <a:lnTo>
                    <a:pt x="1782191" y="75184"/>
                  </a:lnTo>
                  <a:close/>
                </a:path>
                <a:path w="1943100" h="908685">
                  <a:moveTo>
                    <a:pt x="1839849" y="48641"/>
                  </a:moveTo>
                  <a:lnTo>
                    <a:pt x="1796669" y="68453"/>
                  </a:lnTo>
                  <a:lnTo>
                    <a:pt x="1803273" y="82931"/>
                  </a:lnTo>
                  <a:lnTo>
                    <a:pt x="1846452" y="62992"/>
                  </a:lnTo>
                  <a:lnTo>
                    <a:pt x="1839849" y="48641"/>
                  </a:lnTo>
                  <a:close/>
                </a:path>
                <a:path w="1943100" h="908685">
                  <a:moveTo>
                    <a:pt x="1915475" y="23018"/>
                  </a:moveTo>
                  <a:lnTo>
                    <a:pt x="1890014" y="61849"/>
                  </a:lnTo>
                  <a:lnTo>
                    <a:pt x="1887601" y="65405"/>
                  </a:lnTo>
                  <a:lnTo>
                    <a:pt x="1888617" y="70357"/>
                  </a:lnTo>
                  <a:lnTo>
                    <a:pt x="1895983" y="75184"/>
                  </a:lnTo>
                  <a:lnTo>
                    <a:pt x="1900936" y="74168"/>
                  </a:lnTo>
                  <a:lnTo>
                    <a:pt x="1929960" y="29844"/>
                  </a:lnTo>
                  <a:lnTo>
                    <a:pt x="1918589" y="29844"/>
                  </a:lnTo>
                  <a:lnTo>
                    <a:pt x="1915576" y="23241"/>
                  </a:lnTo>
                  <a:lnTo>
                    <a:pt x="1915475" y="23018"/>
                  </a:lnTo>
                  <a:close/>
                </a:path>
                <a:path w="1943100" h="908685">
                  <a:moveTo>
                    <a:pt x="1897507" y="22098"/>
                  </a:moveTo>
                  <a:lnTo>
                    <a:pt x="1854327" y="41910"/>
                  </a:lnTo>
                  <a:lnTo>
                    <a:pt x="1860931" y="56387"/>
                  </a:lnTo>
                  <a:lnTo>
                    <a:pt x="1904238" y="36449"/>
                  </a:lnTo>
                  <a:lnTo>
                    <a:pt x="1897507" y="22098"/>
                  </a:lnTo>
                  <a:close/>
                </a:path>
                <a:path w="1943100" h="908685">
                  <a:moveTo>
                    <a:pt x="1915889" y="22386"/>
                  </a:moveTo>
                  <a:lnTo>
                    <a:pt x="1915475" y="23018"/>
                  </a:lnTo>
                  <a:lnTo>
                    <a:pt x="1918589" y="29844"/>
                  </a:lnTo>
                  <a:lnTo>
                    <a:pt x="1931284" y="24003"/>
                  </a:lnTo>
                  <a:lnTo>
                    <a:pt x="1928495" y="24003"/>
                  </a:lnTo>
                  <a:lnTo>
                    <a:pt x="1915889" y="22386"/>
                  </a:lnTo>
                  <a:close/>
                </a:path>
                <a:path w="1943100" h="908685">
                  <a:moveTo>
                    <a:pt x="1936099" y="8890"/>
                  </a:moveTo>
                  <a:lnTo>
                    <a:pt x="1926208" y="8890"/>
                  </a:lnTo>
                  <a:lnTo>
                    <a:pt x="1932835" y="23018"/>
                  </a:lnTo>
                  <a:lnTo>
                    <a:pt x="1932939" y="23241"/>
                  </a:lnTo>
                  <a:lnTo>
                    <a:pt x="1918589" y="29844"/>
                  </a:lnTo>
                  <a:lnTo>
                    <a:pt x="1929960" y="29844"/>
                  </a:lnTo>
                  <a:lnTo>
                    <a:pt x="1943100" y="9779"/>
                  </a:lnTo>
                  <a:lnTo>
                    <a:pt x="1936099" y="8890"/>
                  </a:lnTo>
                  <a:close/>
                </a:path>
                <a:path w="1943100" h="908685">
                  <a:moveTo>
                    <a:pt x="1866773" y="0"/>
                  </a:moveTo>
                  <a:lnTo>
                    <a:pt x="1862836" y="3048"/>
                  </a:lnTo>
                  <a:lnTo>
                    <a:pt x="1862201" y="7493"/>
                  </a:lnTo>
                  <a:lnTo>
                    <a:pt x="1861693" y="11811"/>
                  </a:lnTo>
                  <a:lnTo>
                    <a:pt x="1864741" y="15748"/>
                  </a:lnTo>
                  <a:lnTo>
                    <a:pt x="1869058" y="16382"/>
                  </a:lnTo>
                  <a:lnTo>
                    <a:pt x="1928495" y="24003"/>
                  </a:lnTo>
                  <a:lnTo>
                    <a:pt x="1927761" y="22386"/>
                  </a:lnTo>
                  <a:lnTo>
                    <a:pt x="1915187" y="22386"/>
                  </a:lnTo>
                  <a:lnTo>
                    <a:pt x="1911985" y="15367"/>
                  </a:lnTo>
                  <a:lnTo>
                    <a:pt x="1926208" y="8890"/>
                  </a:lnTo>
                  <a:lnTo>
                    <a:pt x="1936099" y="8890"/>
                  </a:lnTo>
                  <a:lnTo>
                    <a:pt x="1871091" y="635"/>
                  </a:lnTo>
                  <a:lnTo>
                    <a:pt x="1866773" y="0"/>
                  </a:lnTo>
                  <a:close/>
                </a:path>
                <a:path w="1943100" h="908685">
                  <a:moveTo>
                    <a:pt x="1927579" y="11811"/>
                  </a:moveTo>
                  <a:lnTo>
                    <a:pt x="1922964" y="11811"/>
                  </a:lnTo>
                  <a:lnTo>
                    <a:pt x="1928495" y="24003"/>
                  </a:lnTo>
                  <a:lnTo>
                    <a:pt x="1931284" y="24003"/>
                  </a:lnTo>
                  <a:lnTo>
                    <a:pt x="1932939" y="23241"/>
                  </a:lnTo>
                  <a:lnTo>
                    <a:pt x="1927579" y="11811"/>
                  </a:lnTo>
                  <a:close/>
                </a:path>
                <a:path w="1943100" h="908685">
                  <a:moveTo>
                    <a:pt x="1926208" y="8890"/>
                  </a:moveTo>
                  <a:lnTo>
                    <a:pt x="1911985" y="15367"/>
                  </a:lnTo>
                  <a:lnTo>
                    <a:pt x="1915475" y="23018"/>
                  </a:lnTo>
                  <a:lnTo>
                    <a:pt x="1922823" y="11811"/>
                  </a:lnTo>
                  <a:lnTo>
                    <a:pt x="1927579" y="11811"/>
                  </a:lnTo>
                  <a:lnTo>
                    <a:pt x="1926208" y="8890"/>
                  </a:lnTo>
                  <a:close/>
                </a:path>
                <a:path w="1943100" h="908685">
                  <a:moveTo>
                    <a:pt x="1922964" y="11811"/>
                  </a:moveTo>
                  <a:lnTo>
                    <a:pt x="1922823" y="11811"/>
                  </a:lnTo>
                  <a:lnTo>
                    <a:pt x="1915889" y="22386"/>
                  </a:lnTo>
                  <a:lnTo>
                    <a:pt x="1927761" y="22386"/>
                  </a:lnTo>
                  <a:lnTo>
                    <a:pt x="1922964" y="11811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>
            <p:custDataLst>
              <p:tags r:id="rId1"/>
            </p:custDataLst>
          </p:nvPr>
        </p:nvSpPr>
        <p:spPr>
          <a:xfrm>
            <a:off x="397865" y="1306068"/>
            <a:ext cx="3049905" cy="1537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0" indent="-488950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Font typeface="Wingdings" panose="05000000000000000000"/>
              <a:buChar char=""/>
              <a:tabLst>
                <a:tab pos="501650" algn="l"/>
              </a:tabLst>
            </a:pPr>
            <a:r>
              <a:rPr sz="2200" spc="-35" dirty="0">
                <a:solidFill>
                  <a:srgbClr val="001F5F"/>
                </a:solidFill>
                <a:latin typeface="PMingLiU"/>
                <a:cs typeface="PMingLiU"/>
              </a:rPr>
              <a:t>智能手机</a:t>
            </a:r>
            <a:endParaRPr sz="2200">
              <a:latin typeface="PMingLiU"/>
              <a:cs typeface="PMingLiU"/>
            </a:endParaRPr>
          </a:p>
          <a:p>
            <a:pPr>
              <a:lnSpc>
                <a:spcPct val="100000"/>
              </a:lnSpc>
              <a:spcBef>
                <a:spcPts val="1875"/>
              </a:spcBef>
            </a:pPr>
            <a:endParaRPr sz="2200">
              <a:latin typeface="PMingLiU"/>
              <a:cs typeface="PMingLiU"/>
            </a:endParaRPr>
          </a:p>
          <a:p>
            <a:pPr marL="2576195" marR="5080" algn="r">
              <a:lnSpc>
                <a:spcPct val="100000"/>
              </a:lnSpc>
            </a:pPr>
            <a:r>
              <a:rPr sz="1800" b="1" spc="-25" dirty="0">
                <a:solidFill>
                  <a:srgbClr val="6F2F9F"/>
                </a:solidFill>
                <a:latin typeface="微软雅黑"/>
                <a:cs typeface="微软雅黑"/>
              </a:rPr>
              <a:t>数字图像</a:t>
            </a:r>
            <a:endParaRPr sz="1800">
              <a:latin typeface="微软雅黑"/>
              <a:cs typeface="微软雅黑"/>
            </a:endParaRPr>
          </a:p>
        </p:txBody>
      </p:sp>
      <p:pic>
        <p:nvPicPr>
          <p:cNvPr id="9" name="object 9"/>
          <p:cNvPicPr/>
          <p:nvPr>
            <p:custDataLst>
              <p:tags r:id="rId2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5796026" y="2554986"/>
            <a:ext cx="1163637" cy="1550924"/>
          </a:xfrm>
          <a:prstGeom prst="rect">
            <a:avLst/>
          </a:prstGeom>
        </p:spPr>
      </p:pic>
      <p:pic>
        <p:nvPicPr>
          <p:cNvPr id="10" name="object 10"/>
          <p:cNvPicPr/>
          <p:nvPr>
            <p:custDataLst>
              <p:tags r:id="rId3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7042657" y="2244407"/>
            <a:ext cx="1800872" cy="1916493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527425" y="1845246"/>
            <a:ext cx="2066925" cy="3397885"/>
            <a:chOff x="3527425" y="1489011"/>
            <a:chExt cx="2066925" cy="3397885"/>
          </a:xfrm>
        </p:grpSpPr>
        <p:pic>
          <p:nvPicPr>
            <p:cNvPr id="12" name="object 12"/>
            <p:cNvPicPr/>
            <p:nvPr>
              <p:custDataLst>
                <p:tags r:id="rId4"/>
              </p:custDataLst>
            </p:nvPr>
          </p:nvPicPr>
          <p:blipFill>
            <a:blip r:embed="rId13" cstate="print"/>
            <a:stretch>
              <a:fillRect/>
            </a:stretch>
          </p:blipFill>
          <p:spPr>
            <a:xfrm>
              <a:off x="3527425" y="1489011"/>
              <a:ext cx="2066746" cy="326971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>
              <p:custDataLst>
                <p:tags r:id="rId5"/>
              </p:custDataLst>
            </p:nvPr>
          </p:nvSpPr>
          <p:spPr>
            <a:xfrm>
              <a:off x="3924300" y="4227512"/>
              <a:ext cx="535305" cy="647700"/>
            </a:xfrm>
            <a:custGeom>
              <a:avLst/>
              <a:gdLst/>
              <a:ahLst/>
              <a:cxnLst/>
              <a:rect l="l" t="t" r="r" b="b"/>
              <a:pathLst>
                <a:path w="535304" h="647700">
                  <a:moveTo>
                    <a:pt x="0" y="323850"/>
                  </a:moveTo>
                  <a:lnTo>
                    <a:pt x="3501" y="271320"/>
                  </a:lnTo>
                  <a:lnTo>
                    <a:pt x="13636" y="221489"/>
                  </a:lnTo>
                  <a:lnTo>
                    <a:pt x="29856" y="175023"/>
                  </a:lnTo>
                  <a:lnTo>
                    <a:pt x="51608" y="132589"/>
                  </a:lnTo>
                  <a:lnTo>
                    <a:pt x="78343" y="94854"/>
                  </a:lnTo>
                  <a:lnTo>
                    <a:pt x="109508" y="62485"/>
                  </a:lnTo>
                  <a:lnTo>
                    <a:pt x="144554" y="36148"/>
                  </a:lnTo>
                  <a:lnTo>
                    <a:pt x="182928" y="16510"/>
                  </a:lnTo>
                  <a:lnTo>
                    <a:pt x="224081" y="4238"/>
                  </a:lnTo>
                  <a:lnTo>
                    <a:pt x="267462" y="0"/>
                  </a:lnTo>
                  <a:lnTo>
                    <a:pt x="310876" y="4238"/>
                  </a:lnTo>
                  <a:lnTo>
                    <a:pt x="352057" y="16510"/>
                  </a:lnTo>
                  <a:lnTo>
                    <a:pt x="390453" y="36148"/>
                  </a:lnTo>
                  <a:lnTo>
                    <a:pt x="425515" y="62485"/>
                  </a:lnTo>
                  <a:lnTo>
                    <a:pt x="456692" y="94854"/>
                  </a:lnTo>
                  <a:lnTo>
                    <a:pt x="483434" y="132589"/>
                  </a:lnTo>
                  <a:lnTo>
                    <a:pt x="505191" y="175023"/>
                  </a:lnTo>
                  <a:lnTo>
                    <a:pt x="521413" y="221489"/>
                  </a:lnTo>
                  <a:lnTo>
                    <a:pt x="531549" y="271320"/>
                  </a:lnTo>
                  <a:lnTo>
                    <a:pt x="535051" y="323850"/>
                  </a:lnTo>
                  <a:lnTo>
                    <a:pt x="531549" y="376379"/>
                  </a:lnTo>
                  <a:lnTo>
                    <a:pt x="521413" y="426210"/>
                  </a:lnTo>
                  <a:lnTo>
                    <a:pt x="505191" y="472676"/>
                  </a:lnTo>
                  <a:lnTo>
                    <a:pt x="483434" y="515110"/>
                  </a:lnTo>
                  <a:lnTo>
                    <a:pt x="456691" y="552845"/>
                  </a:lnTo>
                  <a:lnTo>
                    <a:pt x="425515" y="585214"/>
                  </a:lnTo>
                  <a:lnTo>
                    <a:pt x="390453" y="611551"/>
                  </a:lnTo>
                  <a:lnTo>
                    <a:pt x="352057" y="631189"/>
                  </a:lnTo>
                  <a:lnTo>
                    <a:pt x="310876" y="643461"/>
                  </a:lnTo>
                  <a:lnTo>
                    <a:pt x="267462" y="647700"/>
                  </a:lnTo>
                  <a:lnTo>
                    <a:pt x="224081" y="643461"/>
                  </a:lnTo>
                  <a:lnTo>
                    <a:pt x="182928" y="631189"/>
                  </a:lnTo>
                  <a:lnTo>
                    <a:pt x="144554" y="611551"/>
                  </a:lnTo>
                  <a:lnTo>
                    <a:pt x="109508" y="585214"/>
                  </a:lnTo>
                  <a:lnTo>
                    <a:pt x="78343" y="552845"/>
                  </a:lnTo>
                  <a:lnTo>
                    <a:pt x="51608" y="515110"/>
                  </a:lnTo>
                  <a:lnTo>
                    <a:pt x="29856" y="472676"/>
                  </a:lnTo>
                  <a:lnTo>
                    <a:pt x="13636" y="426210"/>
                  </a:lnTo>
                  <a:lnTo>
                    <a:pt x="3501" y="376379"/>
                  </a:lnTo>
                  <a:lnTo>
                    <a:pt x="0" y="323850"/>
                  </a:lnTo>
                  <a:close/>
                </a:path>
              </a:pathLst>
            </a:custGeom>
            <a:ln w="22225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100" y="539115"/>
            <a:ext cx="486092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1. 为什么要学习数字图像处理？</a:t>
            </a:r>
            <a:endParaRPr lang="zh-CN" altLang="en-US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69010" y="2276855"/>
            <a:ext cx="3159125" cy="2989580"/>
            <a:chOff x="904875" y="1265300"/>
            <a:chExt cx="3159125" cy="2989580"/>
          </a:xfrm>
        </p:grpSpPr>
        <p:pic>
          <p:nvPicPr>
            <p:cNvPr id="5" name="object 5"/>
            <p:cNvPicPr/>
            <p:nvPr>
              <p:custDataLst>
                <p:tags r:id="rId15"/>
              </p:custDataLst>
            </p:nvPr>
          </p:nvPicPr>
          <p:blipFill>
            <a:blip r:embed="rId19" cstate="print"/>
            <a:stretch>
              <a:fillRect/>
            </a:stretch>
          </p:blipFill>
          <p:spPr>
            <a:xfrm>
              <a:off x="904875" y="1265300"/>
              <a:ext cx="3159125" cy="1892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>
              <p:custDataLst>
                <p:tags r:id="rId16"/>
              </p:custDataLst>
            </p:nvPr>
          </p:nvSpPr>
          <p:spPr>
            <a:xfrm>
              <a:off x="912812" y="3663949"/>
              <a:ext cx="1703705" cy="584200"/>
            </a:xfrm>
            <a:custGeom>
              <a:avLst/>
              <a:gdLst/>
              <a:ahLst/>
              <a:cxnLst/>
              <a:rect l="l" t="t" r="r" b="b"/>
              <a:pathLst>
                <a:path w="1703705" h="584200">
                  <a:moveTo>
                    <a:pt x="0" y="584200"/>
                  </a:moveTo>
                  <a:lnTo>
                    <a:pt x="1703324" y="584200"/>
                  </a:lnTo>
                  <a:lnTo>
                    <a:pt x="1703324" y="0"/>
                  </a:lnTo>
                  <a:lnTo>
                    <a:pt x="0" y="0"/>
                  </a:lnTo>
                  <a:lnTo>
                    <a:pt x="0" y="584200"/>
                  </a:lnTo>
                  <a:close/>
                </a:path>
              </a:pathLst>
            </a:custGeom>
            <a:ln w="12700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>
            <p:custDataLst>
              <p:tags r:id="rId1"/>
            </p:custDataLst>
          </p:nvPr>
        </p:nvSpPr>
        <p:spPr>
          <a:xfrm>
            <a:off x="1055751" y="4701870"/>
            <a:ext cx="165036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001F5F"/>
                </a:solidFill>
                <a:latin typeface="PMingLiU"/>
                <a:cs typeface="PMingLiU"/>
              </a:rPr>
              <a:t>交通标志（</a:t>
            </a:r>
            <a:r>
              <a:rPr sz="1600" spc="-20" dirty="0">
                <a:solidFill>
                  <a:srgbClr val="001F5F"/>
                </a:solidFill>
                <a:latin typeface="PMingLiU"/>
                <a:cs typeface="PMingLiU"/>
              </a:rPr>
              <a:t>图像</a:t>
            </a:r>
            <a:r>
              <a:rPr sz="1600" spc="-50" dirty="0">
                <a:solidFill>
                  <a:srgbClr val="001F5F"/>
                </a:solidFill>
                <a:latin typeface="PMingLiU"/>
                <a:cs typeface="PMingLiU"/>
              </a:rPr>
              <a:t>）</a:t>
            </a:r>
            <a:endParaRPr sz="1600">
              <a:latin typeface="PMingLiU"/>
              <a:cs typeface="PMingLiU"/>
            </a:endParaRPr>
          </a:p>
        </p:txBody>
      </p:sp>
      <p:sp>
        <p:nvSpPr>
          <p:cNvPr id="8" name="object 8"/>
          <p:cNvSpPr txBox="1"/>
          <p:nvPr>
            <p:custDataLst>
              <p:tags r:id="rId2"/>
            </p:custDataLst>
          </p:nvPr>
        </p:nvSpPr>
        <p:spPr>
          <a:xfrm>
            <a:off x="1055751" y="4945710"/>
            <a:ext cx="1444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5" dirty="0">
                <a:solidFill>
                  <a:srgbClr val="001F5F"/>
                </a:solidFill>
                <a:latin typeface="PMingLiU"/>
                <a:cs typeface="PMingLiU"/>
              </a:rPr>
              <a:t>自动检测与识别</a:t>
            </a:r>
            <a:endParaRPr sz="1600">
              <a:latin typeface="PMingLiU"/>
              <a:cs typeface="PMingLiU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92772" y="2105405"/>
            <a:ext cx="5732780" cy="3161030"/>
            <a:chOff x="528637" y="1093850"/>
            <a:chExt cx="5732780" cy="3161030"/>
          </a:xfrm>
        </p:grpSpPr>
        <p:sp>
          <p:nvSpPr>
            <p:cNvPr id="10" name="object 10"/>
            <p:cNvSpPr/>
            <p:nvPr>
              <p:custDataLst>
                <p:tags r:id="rId11"/>
              </p:custDataLst>
            </p:nvPr>
          </p:nvSpPr>
          <p:spPr>
            <a:xfrm>
              <a:off x="542925" y="3171824"/>
              <a:ext cx="4572000" cy="0"/>
            </a:xfrm>
            <a:custGeom>
              <a:avLst/>
              <a:gdLst/>
              <a:ahLst/>
              <a:cxnLst/>
              <a:rect l="l" t="t" r="r" b="b"/>
              <a:pathLst>
                <a:path w="4572000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>
              <p:custDataLst>
                <p:tags r:id="rId12"/>
              </p:custDataLst>
            </p:nvPr>
          </p:nvSpPr>
          <p:spPr>
            <a:xfrm>
              <a:off x="1699005" y="3179699"/>
              <a:ext cx="132715" cy="484505"/>
            </a:xfrm>
            <a:custGeom>
              <a:avLst/>
              <a:gdLst/>
              <a:ahLst/>
              <a:cxnLst/>
              <a:rect l="l" t="t" r="r" b="b"/>
              <a:pathLst>
                <a:path w="132714" h="484504">
                  <a:moveTo>
                    <a:pt x="66293" y="56664"/>
                  </a:moveTo>
                  <a:lnTo>
                    <a:pt x="52055" y="81058"/>
                  </a:lnTo>
                  <a:lnTo>
                    <a:pt x="51943" y="484250"/>
                  </a:lnTo>
                  <a:lnTo>
                    <a:pt x="80518" y="484250"/>
                  </a:lnTo>
                  <a:lnTo>
                    <a:pt x="80630" y="81058"/>
                  </a:lnTo>
                  <a:lnTo>
                    <a:pt x="66293" y="56664"/>
                  </a:lnTo>
                  <a:close/>
                </a:path>
                <a:path w="132714" h="484504">
                  <a:moveTo>
                    <a:pt x="66293" y="0"/>
                  </a:moveTo>
                  <a:lnTo>
                    <a:pt x="0" y="113664"/>
                  </a:lnTo>
                  <a:lnTo>
                    <a:pt x="2286" y="122427"/>
                  </a:lnTo>
                  <a:lnTo>
                    <a:pt x="9143" y="126364"/>
                  </a:lnTo>
                  <a:lnTo>
                    <a:pt x="15875" y="130428"/>
                  </a:lnTo>
                  <a:lnTo>
                    <a:pt x="24637" y="128143"/>
                  </a:lnTo>
                  <a:lnTo>
                    <a:pt x="28575" y="121284"/>
                  </a:lnTo>
                  <a:lnTo>
                    <a:pt x="51957" y="81225"/>
                  </a:lnTo>
                  <a:lnTo>
                    <a:pt x="52069" y="28320"/>
                  </a:lnTo>
                  <a:lnTo>
                    <a:pt x="82808" y="28320"/>
                  </a:lnTo>
                  <a:lnTo>
                    <a:pt x="66293" y="0"/>
                  </a:lnTo>
                  <a:close/>
                </a:path>
                <a:path w="132714" h="484504">
                  <a:moveTo>
                    <a:pt x="82808" y="28320"/>
                  </a:moveTo>
                  <a:lnTo>
                    <a:pt x="80644" y="28320"/>
                  </a:lnTo>
                  <a:lnTo>
                    <a:pt x="80630" y="81225"/>
                  </a:lnTo>
                  <a:lnTo>
                    <a:pt x="104012" y="121284"/>
                  </a:lnTo>
                  <a:lnTo>
                    <a:pt x="107950" y="128143"/>
                  </a:lnTo>
                  <a:lnTo>
                    <a:pt x="116712" y="130428"/>
                  </a:lnTo>
                  <a:lnTo>
                    <a:pt x="123443" y="126364"/>
                  </a:lnTo>
                  <a:lnTo>
                    <a:pt x="130301" y="122427"/>
                  </a:lnTo>
                  <a:lnTo>
                    <a:pt x="132587" y="113664"/>
                  </a:lnTo>
                  <a:lnTo>
                    <a:pt x="82808" y="28320"/>
                  </a:lnTo>
                  <a:close/>
                </a:path>
                <a:path w="132714" h="484504">
                  <a:moveTo>
                    <a:pt x="80644" y="28320"/>
                  </a:moveTo>
                  <a:lnTo>
                    <a:pt x="52069" y="28320"/>
                  </a:lnTo>
                  <a:lnTo>
                    <a:pt x="52055" y="81058"/>
                  </a:lnTo>
                  <a:lnTo>
                    <a:pt x="66293" y="56664"/>
                  </a:lnTo>
                  <a:lnTo>
                    <a:pt x="53975" y="35559"/>
                  </a:lnTo>
                  <a:lnTo>
                    <a:pt x="80642" y="35559"/>
                  </a:lnTo>
                  <a:lnTo>
                    <a:pt x="80644" y="28320"/>
                  </a:lnTo>
                  <a:close/>
                </a:path>
                <a:path w="132714" h="484504">
                  <a:moveTo>
                    <a:pt x="80642" y="35559"/>
                  </a:moveTo>
                  <a:lnTo>
                    <a:pt x="78612" y="35559"/>
                  </a:lnTo>
                  <a:lnTo>
                    <a:pt x="66293" y="56664"/>
                  </a:lnTo>
                  <a:lnTo>
                    <a:pt x="80532" y="81058"/>
                  </a:lnTo>
                  <a:lnTo>
                    <a:pt x="80642" y="35559"/>
                  </a:lnTo>
                  <a:close/>
                </a:path>
                <a:path w="132714" h="484504">
                  <a:moveTo>
                    <a:pt x="78612" y="35559"/>
                  </a:moveTo>
                  <a:lnTo>
                    <a:pt x="53975" y="35559"/>
                  </a:lnTo>
                  <a:lnTo>
                    <a:pt x="66293" y="56664"/>
                  </a:lnTo>
                  <a:lnTo>
                    <a:pt x="78612" y="3555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>
              <p:custDataLst>
                <p:tags r:id="rId13"/>
              </p:custDataLst>
            </p:nvPr>
          </p:nvPicPr>
          <p:blipFill>
            <a:blip r:embed="rId20" cstate="print"/>
            <a:stretch>
              <a:fillRect/>
            </a:stretch>
          </p:blipFill>
          <p:spPr>
            <a:xfrm>
              <a:off x="4210050" y="1093850"/>
              <a:ext cx="2051050" cy="12636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>
              <p:custDataLst>
                <p:tags r:id="rId14"/>
              </p:custDataLst>
            </p:nvPr>
          </p:nvSpPr>
          <p:spPr>
            <a:xfrm>
              <a:off x="2752725" y="3663949"/>
              <a:ext cx="1703705" cy="584200"/>
            </a:xfrm>
            <a:custGeom>
              <a:avLst/>
              <a:gdLst/>
              <a:ahLst/>
              <a:cxnLst/>
              <a:rect l="l" t="t" r="r" b="b"/>
              <a:pathLst>
                <a:path w="1703704" h="584200">
                  <a:moveTo>
                    <a:pt x="0" y="584200"/>
                  </a:moveTo>
                  <a:lnTo>
                    <a:pt x="1703451" y="584200"/>
                  </a:lnTo>
                  <a:lnTo>
                    <a:pt x="1703451" y="0"/>
                  </a:lnTo>
                  <a:lnTo>
                    <a:pt x="0" y="0"/>
                  </a:lnTo>
                  <a:lnTo>
                    <a:pt x="0" y="584200"/>
                  </a:lnTo>
                  <a:close/>
                </a:path>
              </a:pathLst>
            </a:custGeom>
            <a:ln w="12700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>
            <p:custDataLst>
              <p:tags r:id="rId3"/>
            </p:custDataLst>
          </p:nvPr>
        </p:nvSpPr>
        <p:spPr>
          <a:xfrm>
            <a:off x="2896108" y="4701870"/>
            <a:ext cx="165036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001F5F"/>
                </a:solidFill>
                <a:latin typeface="PMingLiU"/>
                <a:cs typeface="PMingLiU"/>
              </a:rPr>
              <a:t>道路行人（</a:t>
            </a:r>
            <a:r>
              <a:rPr sz="1600" spc="-20" dirty="0">
                <a:solidFill>
                  <a:srgbClr val="001F5F"/>
                </a:solidFill>
                <a:latin typeface="PMingLiU"/>
                <a:cs typeface="PMingLiU"/>
              </a:rPr>
              <a:t>图像</a:t>
            </a:r>
            <a:r>
              <a:rPr sz="1600" spc="-50" dirty="0">
                <a:solidFill>
                  <a:srgbClr val="001F5F"/>
                </a:solidFill>
                <a:latin typeface="PMingLiU"/>
                <a:cs typeface="PMingLiU"/>
              </a:rPr>
              <a:t>）</a:t>
            </a:r>
            <a:endParaRPr sz="1600">
              <a:latin typeface="PMingLiU"/>
              <a:cs typeface="PMingLiU"/>
            </a:endParaRPr>
          </a:p>
        </p:txBody>
      </p:sp>
      <p:sp>
        <p:nvSpPr>
          <p:cNvPr id="15" name="object 15"/>
          <p:cNvSpPr txBox="1"/>
          <p:nvPr>
            <p:custDataLst>
              <p:tags r:id="rId4"/>
            </p:custDataLst>
          </p:nvPr>
        </p:nvSpPr>
        <p:spPr>
          <a:xfrm>
            <a:off x="2896108" y="4945710"/>
            <a:ext cx="1444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5" dirty="0">
                <a:solidFill>
                  <a:srgbClr val="001F5F"/>
                </a:solidFill>
                <a:latin typeface="PMingLiU"/>
                <a:cs typeface="PMingLiU"/>
              </a:rPr>
              <a:t>自动检测与识别</a:t>
            </a:r>
            <a:endParaRPr sz="1600">
              <a:latin typeface="PMingLiU"/>
              <a:cs typeface="PMingLiU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02989" y="3642042"/>
            <a:ext cx="5157470" cy="2064385"/>
            <a:chOff x="3538854" y="2630487"/>
            <a:chExt cx="5157470" cy="2064385"/>
          </a:xfrm>
        </p:grpSpPr>
        <p:sp>
          <p:nvSpPr>
            <p:cNvPr id="17" name="object 17"/>
            <p:cNvSpPr/>
            <p:nvPr>
              <p:custDataLst>
                <p:tags r:id="rId9"/>
              </p:custDataLst>
            </p:nvPr>
          </p:nvSpPr>
          <p:spPr>
            <a:xfrm>
              <a:off x="3538854" y="3209798"/>
              <a:ext cx="132715" cy="467359"/>
            </a:xfrm>
            <a:custGeom>
              <a:avLst/>
              <a:gdLst/>
              <a:ahLst/>
              <a:cxnLst/>
              <a:rect l="l" t="t" r="r" b="b"/>
              <a:pathLst>
                <a:path w="132714" h="467360">
                  <a:moveTo>
                    <a:pt x="66357" y="56773"/>
                  </a:moveTo>
                  <a:lnTo>
                    <a:pt x="52070" y="81250"/>
                  </a:lnTo>
                  <a:lnTo>
                    <a:pt x="52070" y="466851"/>
                  </a:lnTo>
                  <a:lnTo>
                    <a:pt x="80645" y="466851"/>
                  </a:lnTo>
                  <a:lnTo>
                    <a:pt x="80645" y="81250"/>
                  </a:lnTo>
                  <a:lnTo>
                    <a:pt x="66357" y="56773"/>
                  </a:lnTo>
                  <a:close/>
                </a:path>
                <a:path w="132714" h="467360">
                  <a:moveTo>
                    <a:pt x="66421" y="0"/>
                  </a:moveTo>
                  <a:lnTo>
                    <a:pt x="4064" y="106933"/>
                  </a:lnTo>
                  <a:lnTo>
                    <a:pt x="0" y="113791"/>
                  </a:lnTo>
                  <a:lnTo>
                    <a:pt x="2286" y="122554"/>
                  </a:lnTo>
                  <a:lnTo>
                    <a:pt x="16002" y="130428"/>
                  </a:lnTo>
                  <a:lnTo>
                    <a:pt x="24765" y="128143"/>
                  </a:lnTo>
                  <a:lnTo>
                    <a:pt x="28702" y="121284"/>
                  </a:lnTo>
                  <a:lnTo>
                    <a:pt x="52070" y="81250"/>
                  </a:lnTo>
                  <a:lnTo>
                    <a:pt x="52070" y="28447"/>
                  </a:lnTo>
                  <a:lnTo>
                    <a:pt x="82976" y="28447"/>
                  </a:lnTo>
                  <a:lnTo>
                    <a:pt x="66421" y="0"/>
                  </a:lnTo>
                  <a:close/>
                </a:path>
                <a:path w="132714" h="467360">
                  <a:moveTo>
                    <a:pt x="82976" y="28447"/>
                  </a:moveTo>
                  <a:lnTo>
                    <a:pt x="80645" y="28447"/>
                  </a:lnTo>
                  <a:lnTo>
                    <a:pt x="80645" y="81250"/>
                  </a:lnTo>
                  <a:lnTo>
                    <a:pt x="104012" y="121284"/>
                  </a:lnTo>
                  <a:lnTo>
                    <a:pt x="107950" y="128143"/>
                  </a:lnTo>
                  <a:lnTo>
                    <a:pt x="116712" y="130428"/>
                  </a:lnTo>
                  <a:lnTo>
                    <a:pt x="130429" y="122554"/>
                  </a:lnTo>
                  <a:lnTo>
                    <a:pt x="132715" y="113791"/>
                  </a:lnTo>
                  <a:lnTo>
                    <a:pt x="128650" y="106933"/>
                  </a:lnTo>
                  <a:lnTo>
                    <a:pt x="82976" y="28447"/>
                  </a:lnTo>
                  <a:close/>
                </a:path>
                <a:path w="132714" h="467360">
                  <a:moveTo>
                    <a:pt x="80645" y="28447"/>
                  </a:moveTo>
                  <a:lnTo>
                    <a:pt x="52070" y="28447"/>
                  </a:lnTo>
                  <a:lnTo>
                    <a:pt x="52070" y="81250"/>
                  </a:lnTo>
                  <a:lnTo>
                    <a:pt x="66357" y="56773"/>
                  </a:lnTo>
                  <a:lnTo>
                    <a:pt x="53975" y="35559"/>
                  </a:lnTo>
                  <a:lnTo>
                    <a:pt x="80645" y="35559"/>
                  </a:lnTo>
                  <a:lnTo>
                    <a:pt x="80645" y="28447"/>
                  </a:lnTo>
                  <a:close/>
                </a:path>
                <a:path w="132714" h="467360">
                  <a:moveTo>
                    <a:pt x="80645" y="35559"/>
                  </a:moveTo>
                  <a:lnTo>
                    <a:pt x="78740" y="35559"/>
                  </a:lnTo>
                  <a:lnTo>
                    <a:pt x="66357" y="56773"/>
                  </a:lnTo>
                  <a:lnTo>
                    <a:pt x="80645" y="81250"/>
                  </a:lnTo>
                  <a:lnTo>
                    <a:pt x="80645" y="35559"/>
                  </a:lnTo>
                  <a:close/>
                </a:path>
                <a:path w="132714" h="467360">
                  <a:moveTo>
                    <a:pt x="78740" y="35559"/>
                  </a:moveTo>
                  <a:lnTo>
                    <a:pt x="53975" y="35559"/>
                  </a:lnTo>
                  <a:lnTo>
                    <a:pt x="66357" y="56773"/>
                  </a:lnTo>
                  <a:lnTo>
                    <a:pt x="78740" y="3555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>
              <p:custDataLst>
                <p:tags r:id="rId10"/>
              </p:custDataLst>
            </p:nvPr>
          </p:nvPicPr>
          <p:blipFill>
            <a:blip r:embed="rId21" cstate="print"/>
            <a:stretch>
              <a:fillRect/>
            </a:stretch>
          </p:blipFill>
          <p:spPr>
            <a:xfrm>
              <a:off x="5580125" y="2630487"/>
              <a:ext cx="3116199" cy="206385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>
            <p:custDataLst>
              <p:tags r:id="rId5"/>
            </p:custDataLst>
          </p:nvPr>
        </p:nvSpPr>
        <p:spPr>
          <a:xfrm>
            <a:off x="4477385" y="4039819"/>
            <a:ext cx="9398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C00000"/>
                </a:solidFill>
                <a:latin typeface="Arial" panose="020B0604020202090204"/>
                <a:cs typeface="Arial" panose="020B0604020202090204"/>
              </a:rPr>
              <a:t>……</a:t>
            </a:r>
            <a:endParaRPr sz="3600">
              <a:latin typeface="Arial" panose="020B0604020202090204"/>
              <a:cs typeface="Arial" panose="020B0604020202090204"/>
            </a:endParaRPr>
          </a:p>
        </p:txBody>
      </p:sp>
      <p:pic>
        <p:nvPicPr>
          <p:cNvPr id="21" name="object 21"/>
          <p:cNvPicPr/>
          <p:nvPr>
            <p:custDataLst>
              <p:tags r:id="rId6"/>
            </p:custDataLst>
          </p:nvPr>
        </p:nvPicPr>
        <p:blipFill>
          <a:blip r:embed="rId22" cstate="print"/>
          <a:stretch>
            <a:fillRect/>
          </a:stretch>
        </p:blipFill>
        <p:spPr>
          <a:xfrm>
            <a:off x="6506210" y="2033905"/>
            <a:ext cx="2254250" cy="1408176"/>
          </a:xfrm>
          <a:prstGeom prst="rect">
            <a:avLst/>
          </a:prstGeom>
        </p:spPr>
      </p:pic>
      <p:sp>
        <p:nvSpPr>
          <p:cNvPr id="2" name="object 22"/>
          <p:cNvSpPr txBox="1"/>
          <p:nvPr>
            <p:custDataLst>
              <p:tags r:id="rId7"/>
            </p:custDataLst>
          </p:nvPr>
        </p:nvSpPr>
        <p:spPr>
          <a:xfrm>
            <a:off x="325450" y="1556969"/>
            <a:ext cx="20097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3215" indent="-310515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Font typeface="Wingdings" panose="05000000000000000000"/>
              <a:buChar char=""/>
              <a:tabLst>
                <a:tab pos="323215" algn="l"/>
              </a:tabLst>
            </a:pPr>
            <a:r>
              <a:rPr sz="2200" spc="-40" dirty="0">
                <a:solidFill>
                  <a:srgbClr val="001F5F"/>
                </a:solidFill>
                <a:latin typeface="PMingLiU"/>
                <a:cs typeface="PMingLiU"/>
              </a:rPr>
              <a:t>无人驾驶汽车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41" name="object 41"/>
          <p:cNvSpPr txBox="1"/>
          <p:nvPr>
            <p:custDataLst>
              <p:tags r:id="rId8"/>
            </p:custDataLst>
          </p:nvPr>
        </p:nvSpPr>
        <p:spPr>
          <a:xfrm rot="18900000">
            <a:off x="6157122" y="2476461"/>
            <a:ext cx="1402379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00"/>
              </a:lnSpc>
            </a:pPr>
            <a:r>
              <a:rPr sz="1500" dirty="0">
                <a:solidFill>
                  <a:srgbClr val="9B9B9B"/>
                </a:solidFill>
                <a:latin typeface="微软雅黑"/>
                <a:cs typeface="微软雅黑"/>
              </a:rPr>
              <a:t>中国大学</a:t>
            </a:r>
            <a:r>
              <a:rPr sz="1500" spc="-20" dirty="0">
                <a:solidFill>
                  <a:srgbClr val="9B9B9B"/>
                </a:solidFill>
                <a:latin typeface="微软雅黑"/>
                <a:cs typeface="微软雅黑"/>
              </a:rPr>
              <a:t>MOOC</a:t>
            </a:r>
            <a:endParaRPr sz="1500">
              <a:latin typeface="微软雅黑"/>
              <a:cs typeface="微软雅黑"/>
            </a:endParaRPr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100" y="539115"/>
            <a:ext cx="486092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1. 为什么要学习数字图像处理？</a:t>
            </a:r>
            <a:endParaRPr lang="zh-CN" altLang="en-US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" name="object 2"/>
          <p:cNvPicPr/>
          <p:nvPr>
            <p:custDataLst>
              <p:tags r:id="rId1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1116204" y="2061186"/>
            <a:ext cx="3109175" cy="2192082"/>
          </a:xfrm>
          <a:prstGeom prst="rect">
            <a:avLst/>
          </a:prstGeom>
        </p:spPr>
      </p:pic>
      <p:pic>
        <p:nvPicPr>
          <p:cNvPr id="3" name="object 3"/>
          <p:cNvPicPr/>
          <p:nvPr>
            <p:custDataLst>
              <p:tags r:id="rId2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4934966" y="2113915"/>
            <a:ext cx="2508250" cy="2098675"/>
          </a:xfrm>
          <a:prstGeom prst="rect">
            <a:avLst/>
          </a:prstGeom>
        </p:spPr>
      </p:pic>
      <p:sp>
        <p:nvSpPr>
          <p:cNvPr id="7" name="object 7"/>
          <p:cNvSpPr txBox="1"/>
          <p:nvPr>
            <p:custDataLst>
              <p:tags r:id="rId3"/>
            </p:custDataLst>
          </p:nvPr>
        </p:nvSpPr>
        <p:spPr>
          <a:xfrm>
            <a:off x="513181" y="1415923"/>
            <a:ext cx="20097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2580" indent="-309880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Font typeface="Wingdings" panose="05000000000000000000"/>
              <a:buChar char=""/>
              <a:tabLst>
                <a:tab pos="322580" algn="l"/>
              </a:tabLst>
            </a:pPr>
            <a:r>
              <a:rPr sz="2200" spc="-35" dirty="0">
                <a:solidFill>
                  <a:srgbClr val="001F5F"/>
                </a:solidFill>
                <a:latin typeface="PMingLiU"/>
                <a:cs typeface="PMingLiU"/>
              </a:rPr>
              <a:t>医学图像分析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8" name="object 8"/>
          <p:cNvSpPr txBox="1"/>
          <p:nvPr>
            <p:custDataLst>
              <p:tags r:id="rId4"/>
            </p:custDataLst>
          </p:nvPr>
        </p:nvSpPr>
        <p:spPr>
          <a:xfrm>
            <a:off x="3402330" y="4499635"/>
            <a:ext cx="234188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5" dirty="0">
                <a:solidFill>
                  <a:srgbClr val="6F2F9F"/>
                </a:solidFill>
                <a:latin typeface="微软雅黑"/>
                <a:cs typeface="微软雅黑"/>
              </a:rPr>
              <a:t>计算机辅助诊断</a:t>
            </a:r>
            <a:endParaRPr sz="2600">
              <a:latin typeface="微软雅黑"/>
              <a:cs typeface="微软雅黑"/>
            </a:endParaRPr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100" y="539115"/>
            <a:ext cx="486092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1. 为什么要学习数字图像处理？</a:t>
            </a:r>
            <a:endParaRPr lang="zh-CN" altLang="en-US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object 6"/>
          <p:cNvSpPr txBox="1"/>
          <p:nvPr>
            <p:custDataLst>
              <p:tags r:id="rId1"/>
            </p:custDataLst>
          </p:nvPr>
        </p:nvSpPr>
        <p:spPr>
          <a:xfrm>
            <a:off x="887196" y="1329563"/>
            <a:ext cx="20097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2580" indent="-309880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Font typeface="Wingdings" panose="05000000000000000000"/>
              <a:buChar char=""/>
              <a:tabLst>
                <a:tab pos="322580" algn="l"/>
              </a:tabLst>
            </a:pPr>
            <a:r>
              <a:rPr sz="2200" spc="-35" dirty="0">
                <a:solidFill>
                  <a:srgbClr val="001F5F"/>
                </a:solidFill>
                <a:latin typeface="PMingLiU"/>
                <a:cs typeface="PMingLiU"/>
              </a:rPr>
              <a:t>遥感图像分析</a:t>
            </a:r>
            <a:endParaRPr sz="2200">
              <a:latin typeface="PMingLiU"/>
              <a:cs typeface="PMingLiU"/>
            </a:endParaRPr>
          </a:p>
        </p:txBody>
      </p:sp>
      <p:pic>
        <p:nvPicPr>
          <p:cNvPr id="2" name="object 5"/>
          <p:cNvPicPr/>
          <p:nvPr>
            <p:custDataLst>
              <p:tags r:id="rId2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4645025" y="2277110"/>
            <a:ext cx="3814826" cy="2159000"/>
          </a:xfrm>
          <a:prstGeom prst="rect">
            <a:avLst/>
          </a:prstGeom>
        </p:spPr>
      </p:pic>
      <p:pic>
        <p:nvPicPr>
          <p:cNvPr id="3" name="object 6"/>
          <p:cNvPicPr/>
          <p:nvPr>
            <p:custDataLst>
              <p:tags r:id="rId3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977900" y="1843785"/>
            <a:ext cx="3160776" cy="3109849"/>
          </a:xfrm>
          <a:prstGeom prst="rect">
            <a:avLst/>
          </a:prstGeom>
        </p:spPr>
      </p:pic>
      <p:sp>
        <p:nvSpPr>
          <p:cNvPr id="4" name="object 7"/>
          <p:cNvSpPr txBox="1"/>
          <p:nvPr>
            <p:custDataLst>
              <p:tags r:id="rId4"/>
            </p:custDataLst>
          </p:nvPr>
        </p:nvSpPr>
        <p:spPr>
          <a:xfrm>
            <a:off x="1656156" y="5061305"/>
            <a:ext cx="164718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solidFill>
                  <a:srgbClr val="6F2F9F"/>
                </a:solidFill>
                <a:latin typeface="PMingLiU"/>
                <a:cs typeface="PMingLiU"/>
              </a:rPr>
              <a:t>农田林地遥感图像</a:t>
            </a:r>
            <a:endParaRPr sz="1600">
              <a:latin typeface="PMingLiU"/>
              <a:cs typeface="PMingLiU"/>
            </a:endParaRPr>
          </a:p>
        </p:txBody>
      </p:sp>
      <p:sp>
        <p:nvSpPr>
          <p:cNvPr id="10" name="object 8"/>
          <p:cNvSpPr txBox="1"/>
          <p:nvPr>
            <p:custDataLst>
              <p:tags r:id="rId5"/>
            </p:custDataLst>
          </p:nvPr>
        </p:nvSpPr>
        <p:spPr>
          <a:xfrm>
            <a:off x="5931534" y="4659579"/>
            <a:ext cx="1242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solidFill>
                  <a:srgbClr val="6F2F9F"/>
                </a:solidFill>
                <a:latin typeface="PMingLiU"/>
                <a:cs typeface="PMingLiU"/>
              </a:rPr>
              <a:t>飓风遥感图像</a:t>
            </a:r>
            <a:endParaRPr sz="1600">
              <a:latin typeface="PMingLiU"/>
              <a:cs typeface="PMingLiU"/>
            </a:endParaRPr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100" y="539115"/>
            <a:ext cx="486092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1. 为什么要学习数字图像处理？</a:t>
            </a:r>
            <a:endParaRPr lang="zh-CN" altLang="en-US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object 4"/>
          <p:cNvSpPr txBox="1"/>
          <p:nvPr>
            <p:custDataLst>
              <p:tags r:id="rId1"/>
            </p:custDataLst>
          </p:nvPr>
        </p:nvSpPr>
        <p:spPr>
          <a:xfrm>
            <a:off x="1926336" y="4437697"/>
            <a:ext cx="5400675" cy="846455"/>
          </a:xfrm>
          <a:prstGeom prst="rect">
            <a:avLst/>
          </a:prstGeom>
          <a:ln w="15875">
            <a:solidFill>
              <a:srgbClr val="0000A8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80"/>
              </a:spcBef>
            </a:pPr>
            <a:r>
              <a:rPr sz="2200" spc="-30" dirty="0">
                <a:solidFill>
                  <a:srgbClr val="001F5F"/>
                </a:solidFill>
                <a:latin typeface="PMingLiU"/>
                <a:cs typeface="PMingLiU"/>
              </a:rPr>
              <a:t>随着</a:t>
            </a:r>
            <a:r>
              <a:rPr sz="2200" spc="-30" dirty="0">
                <a:solidFill>
                  <a:srgbClr val="C00000"/>
                </a:solidFill>
                <a:latin typeface="PMingLiU"/>
                <a:cs typeface="PMingLiU"/>
              </a:rPr>
              <a:t>智能化时代</a:t>
            </a:r>
            <a:r>
              <a:rPr sz="2200" spc="-35" dirty="0">
                <a:solidFill>
                  <a:srgbClr val="001F5F"/>
                </a:solidFill>
                <a:latin typeface="PMingLiU"/>
                <a:cs typeface="PMingLiU"/>
              </a:rPr>
              <a:t>的来临，</a:t>
            </a:r>
            <a:endParaRPr sz="2200">
              <a:latin typeface="PMingLiU"/>
              <a:cs typeface="PMingLiU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2200" spc="-30" dirty="0">
                <a:solidFill>
                  <a:srgbClr val="001F5F"/>
                </a:solidFill>
                <a:latin typeface="PMingLiU"/>
                <a:cs typeface="PMingLiU"/>
              </a:rPr>
              <a:t>数字图像处理将具有</a:t>
            </a:r>
            <a:r>
              <a:rPr sz="2200" spc="-30" dirty="0">
                <a:solidFill>
                  <a:srgbClr val="C00000"/>
                </a:solidFill>
                <a:latin typeface="PMingLiU"/>
                <a:cs typeface="PMingLiU"/>
              </a:rPr>
              <a:t>更加</a:t>
            </a:r>
            <a:r>
              <a:rPr sz="2200" spc="-30" dirty="0">
                <a:solidFill>
                  <a:srgbClr val="001F5F"/>
                </a:solidFill>
                <a:latin typeface="PMingLiU"/>
                <a:cs typeface="PMingLiU"/>
              </a:rPr>
              <a:t>广泛的</a:t>
            </a:r>
            <a:r>
              <a:rPr sz="2200" spc="-25" dirty="0">
                <a:solidFill>
                  <a:srgbClr val="C00000"/>
                </a:solidFill>
                <a:latin typeface="PMingLiU"/>
                <a:cs typeface="PMingLiU"/>
              </a:rPr>
              <a:t>应用</a:t>
            </a:r>
            <a:r>
              <a:rPr sz="2200" spc="-50" dirty="0">
                <a:solidFill>
                  <a:srgbClr val="001F5F"/>
                </a:solidFill>
                <a:latin typeface="PMingLiU"/>
                <a:cs typeface="PMingLiU"/>
              </a:rPr>
              <a:t>。</a:t>
            </a:r>
            <a:endParaRPr sz="2200">
              <a:latin typeface="PMingLiU"/>
              <a:cs typeface="PMingLiU"/>
            </a:endParaRPr>
          </a:p>
        </p:txBody>
      </p:sp>
      <p:sp>
        <p:nvSpPr>
          <p:cNvPr id="5" name="object 5"/>
          <p:cNvSpPr txBox="1"/>
          <p:nvPr>
            <p:custDataLst>
              <p:tags r:id="rId2"/>
            </p:custDataLst>
          </p:nvPr>
        </p:nvSpPr>
        <p:spPr>
          <a:xfrm>
            <a:off x="547522" y="1326743"/>
            <a:ext cx="7362825" cy="2388235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413385" indent="-400685">
              <a:lnSpc>
                <a:spcPct val="100000"/>
              </a:lnSpc>
              <a:spcBef>
                <a:spcPts val="1450"/>
              </a:spcBef>
              <a:buClr>
                <a:srgbClr val="C00000"/>
              </a:buClr>
              <a:buFont typeface="Wingdings" panose="05000000000000000000"/>
              <a:buChar char=""/>
              <a:tabLst>
                <a:tab pos="412750" algn="l"/>
              </a:tabLst>
            </a:pPr>
            <a:r>
              <a:rPr sz="2200" spc="-35" dirty="0">
                <a:solidFill>
                  <a:srgbClr val="001F5F"/>
                </a:solidFill>
                <a:latin typeface="PMingLiU"/>
                <a:cs typeface="PMingLiU"/>
              </a:rPr>
              <a:t>数字图像处理</a:t>
            </a:r>
            <a:endParaRPr sz="2200">
              <a:latin typeface="PMingLiU"/>
              <a:cs typeface="PMingLiU"/>
            </a:endParaRPr>
          </a:p>
          <a:p>
            <a:pPr marL="821690">
              <a:lnSpc>
                <a:spcPct val="100000"/>
              </a:lnSpc>
              <a:spcBef>
                <a:spcPts val="1240"/>
              </a:spcBef>
            </a:pPr>
            <a:r>
              <a:rPr sz="2000" b="1" spc="130" dirty="0">
                <a:solidFill>
                  <a:srgbClr val="001F5F"/>
                </a:solidFill>
                <a:latin typeface="Palatino Linotype"/>
                <a:cs typeface="Palatino Linotype"/>
              </a:rPr>
              <a:t>-- </a:t>
            </a:r>
            <a:r>
              <a:rPr sz="2000" spc="-10" dirty="0">
                <a:solidFill>
                  <a:srgbClr val="001F5F"/>
                </a:solidFill>
                <a:latin typeface="PMingLiU"/>
                <a:cs typeface="PMingLiU"/>
              </a:rPr>
              <a:t>生物特征识别： 人脸、指纹、虹膜、步态…</a:t>
            </a:r>
            <a:endParaRPr sz="2000">
              <a:latin typeface="PMingLiU"/>
              <a:cs typeface="PMingLiU"/>
            </a:endParaRPr>
          </a:p>
          <a:p>
            <a:pPr marL="816610">
              <a:lnSpc>
                <a:spcPct val="100000"/>
              </a:lnSpc>
              <a:spcBef>
                <a:spcPts val="1250"/>
              </a:spcBef>
            </a:pPr>
            <a:r>
              <a:rPr sz="2000" b="1" spc="150" dirty="0">
                <a:solidFill>
                  <a:srgbClr val="001F5F"/>
                </a:solidFill>
                <a:latin typeface="Palatino Linotype"/>
                <a:cs typeface="Palatino Linotype"/>
              </a:rPr>
              <a:t>-- </a:t>
            </a:r>
            <a:r>
              <a:rPr sz="2000" spc="-20" dirty="0">
                <a:solidFill>
                  <a:srgbClr val="001F5F"/>
                </a:solidFill>
                <a:latin typeface="PMingLiU"/>
                <a:cs typeface="PMingLiU"/>
              </a:rPr>
              <a:t>智能交通系统： 交通标志图像、无人驾驶、辅助驾驶…</a:t>
            </a:r>
            <a:endParaRPr sz="2000">
              <a:latin typeface="PMingLiU"/>
              <a:cs typeface="PMingLiU"/>
            </a:endParaRPr>
          </a:p>
          <a:p>
            <a:pPr marL="839470">
              <a:lnSpc>
                <a:spcPct val="100000"/>
              </a:lnSpc>
              <a:spcBef>
                <a:spcPts val="1145"/>
              </a:spcBef>
            </a:pPr>
            <a:r>
              <a:rPr sz="2000" b="1" spc="130" dirty="0">
                <a:solidFill>
                  <a:srgbClr val="001F5F"/>
                </a:solidFill>
                <a:latin typeface="Palatino Linotype"/>
                <a:cs typeface="Palatino Linotype"/>
              </a:rPr>
              <a:t>-- </a:t>
            </a:r>
            <a:r>
              <a:rPr sz="2000" spc="10" dirty="0">
                <a:solidFill>
                  <a:srgbClr val="001F5F"/>
                </a:solidFill>
                <a:latin typeface="PMingLiU"/>
                <a:cs typeface="PMingLiU"/>
              </a:rPr>
              <a:t>医学图像分析： </a:t>
            </a:r>
            <a:r>
              <a:rPr sz="2000" spc="-25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CT</a:t>
            </a:r>
            <a:r>
              <a:rPr sz="2000" spc="-5" dirty="0">
                <a:solidFill>
                  <a:srgbClr val="001F5F"/>
                </a:solidFill>
                <a:latin typeface="PMingLiU"/>
                <a:cs typeface="PMingLiU"/>
              </a:rPr>
              <a:t>图像、</a:t>
            </a:r>
            <a:r>
              <a:rPr sz="2000" spc="-10" dirty="0">
                <a:solidFill>
                  <a:srgbClr val="001F5F"/>
                </a:solidFill>
                <a:latin typeface="Times New Roman" panose="02020603050405020304"/>
                <a:cs typeface="Times New Roman" panose="02020603050405020304"/>
              </a:rPr>
              <a:t>MRI</a:t>
            </a:r>
            <a:r>
              <a:rPr sz="2000" spc="-15" dirty="0">
                <a:solidFill>
                  <a:srgbClr val="001F5F"/>
                </a:solidFill>
                <a:latin typeface="PMingLiU"/>
                <a:cs typeface="PMingLiU"/>
              </a:rPr>
              <a:t>图像、计算机辅助诊断…</a:t>
            </a:r>
            <a:endParaRPr sz="2000">
              <a:latin typeface="PMingLiU"/>
              <a:cs typeface="PMingLiU"/>
            </a:endParaRPr>
          </a:p>
          <a:p>
            <a:pPr marL="810895">
              <a:lnSpc>
                <a:spcPct val="100000"/>
              </a:lnSpc>
              <a:spcBef>
                <a:spcPts val="1375"/>
              </a:spcBef>
            </a:pPr>
            <a:r>
              <a:rPr sz="2000" b="1" spc="125" dirty="0">
                <a:solidFill>
                  <a:srgbClr val="001F5F"/>
                </a:solidFill>
                <a:latin typeface="Palatino Linotype"/>
                <a:cs typeface="Palatino Linotype"/>
              </a:rPr>
              <a:t>-- </a:t>
            </a:r>
            <a:r>
              <a:rPr sz="2000" spc="-15" dirty="0">
                <a:solidFill>
                  <a:srgbClr val="001F5F"/>
                </a:solidFill>
                <a:latin typeface="PMingLiU"/>
                <a:cs typeface="PMingLiU"/>
              </a:rPr>
              <a:t>军事公安领域： 景象图像制导、雷达地形侦查…</a:t>
            </a:r>
            <a:endParaRPr sz="2000">
              <a:latin typeface="PMingLiU"/>
              <a:cs typeface="PMingLiU"/>
            </a:endParaRPr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100" y="539115"/>
            <a:ext cx="486092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2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. 为什么要学习机器学习？</a:t>
            </a:r>
            <a:endParaRPr lang="zh-CN" altLang="en-US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object 2"/>
          <p:cNvSpPr txBox="1"/>
          <p:nvPr>
            <p:custDataLst>
              <p:tags r:id="rId1"/>
            </p:custDataLst>
          </p:nvPr>
        </p:nvSpPr>
        <p:spPr>
          <a:xfrm>
            <a:off x="3995801" y="2659380"/>
            <a:ext cx="703580" cy="708025"/>
          </a:xfrm>
          <a:prstGeom prst="rect">
            <a:avLst/>
          </a:prstGeom>
          <a:ln w="12700">
            <a:solidFill>
              <a:srgbClr val="001F5F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6520" marR="89535">
              <a:lnSpc>
                <a:spcPct val="100000"/>
              </a:lnSpc>
              <a:spcBef>
                <a:spcPts val="285"/>
              </a:spcBef>
            </a:pPr>
            <a:r>
              <a:rPr sz="2000" spc="-25" dirty="0">
                <a:solidFill>
                  <a:srgbClr val="001F5F"/>
                </a:solidFill>
                <a:latin typeface="PMingLiU"/>
                <a:cs typeface="PMingLiU"/>
              </a:rPr>
              <a:t>模式分割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>
            <p:custDataLst>
              <p:tags r:id="rId2"/>
            </p:custDataLst>
          </p:nvPr>
        </p:nvSpPr>
        <p:spPr>
          <a:xfrm>
            <a:off x="6029325" y="1824355"/>
            <a:ext cx="530225" cy="2232025"/>
          </a:xfrm>
          <a:prstGeom prst="rect">
            <a:avLst/>
          </a:prstGeom>
          <a:ln w="15875">
            <a:solidFill>
              <a:srgbClr val="6F2F9F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121920" marR="145415" algn="just">
              <a:lnSpc>
                <a:spcPct val="150000"/>
              </a:lnSpc>
              <a:spcBef>
                <a:spcPts val="905"/>
              </a:spcBef>
            </a:pPr>
            <a:r>
              <a:rPr sz="2000" spc="-50" dirty="0">
                <a:solidFill>
                  <a:srgbClr val="001F5F"/>
                </a:solidFill>
                <a:latin typeface="PMingLiU"/>
                <a:cs typeface="PMingLiU"/>
              </a:rPr>
              <a:t>模式识别</a:t>
            </a:r>
            <a:endParaRPr sz="2000">
              <a:latin typeface="PMingLiU"/>
              <a:cs typeface="PMingLiU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53987" y="2940303"/>
            <a:ext cx="1859280" cy="1190625"/>
            <a:chOff x="153987" y="2224023"/>
            <a:chExt cx="1859280" cy="1190625"/>
          </a:xfrm>
        </p:grpSpPr>
        <p:pic>
          <p:nvPicPr>
            <p:cNvPr id="7" name="object 7"/>
            <p:cNvPicPr/>
            <p:nvPr>
              <p:custDataLst>
                <p:tags r:id="rId24"/>
              </p:custDataLst>
            </p:nvPr>
          </p:nvPicPr>
          <p:blipFill>
            <a:blip r:embed="rId28" cstate="print"/>
            <a:stretch>
              <a:fillRect/>
            </a:stretch>
          </p:blipFill>
          <p:spPr>
            <a:xfrm>
              <a:off x="153987" y="2224023"/>
              <a:ext cx="1858899" cy="1190625"/>
            </a:xfrm>
            <a:prstGeom prst="rect">
              <a:avLst/>
            </a:prstGeom>
          </p:spPr>
        </p:pic>
        <p:sp>
          <p:nvSpPr>
            <p:cNvPr id="8" name="object 8"/>
            <p:cNvSpPr/>
            <p:nvPr>
              <p:custDataLst>
                <p:tags r:id="rId25"/>
              </p:custDataLst>
            </p:nvPr>
          </p:nvSpPr>
          <p:spPr>
            <a:xfrm>
              <a:off x="1092200" y="2271775"/>
              <a:ext cx="514350" cy="76200"/>
            </a:xfrm>
            <a:custGeom>
              <a:avLst/>
              <a:gdLst/>
              <a:ahLst/>
              <a:cxnLst/>
              <a:rect l="l" t="t" r="r" b="b"/>
              <a:pathLst>
                <a:path w="514350" h="76200">
                  <a:moveTo>
                    <a:pt x="438150" y="0"/>
                  </a:moveTo>
                  <a:lnTo>
                    <a:pt x="438150" y="76200"/>
                  </a:lnTo>
                  <a:lnTo>
                    <a:pt x="495300" y="47625"/>
                  </a:lnTo>
                  <a:lnTo>
                    <a:pt x="450850" y="47625"/>
                  </a:lnTo>
                  <a:lnTo>
                    <a:pt x="450850" y="28575"/>
                  </a:lnTo>
                  <a:lnTo>
                    <a:pt x="495300" y="28575"/>
                  </a:lnTo>
                  <a:lnTo>
                    <a:pt x="438150" y="0"/>
                  </a:lnTo>
                  <a:close/>
                </a:path>
                <a:path w="514350" h="76200">
                  <a:moveTo>
                    <a:pt x="438150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438150" y="47625"/>
                  </a:lnTo>
                  <a:lnTo>
                    <a:pt x="438150" y="28575"/>
                  </a:lnTo>
                  <a:close/>
                </a:path>
                <a:path w="514350" h="76200">
                  <a:moveTo>
                    <a:pt x="495300" y="28575"/>
                  </a:moveTo>
                  <a:lnTo>
                    <a:pt x="450850" y="28575"/>
                  </a:lnTo>
                  <a:lnTo>
                    <a:pt x="450850" y="47625"/>
                  </a:lnTo>
                  <a:lnTo>
                    <a:pt x="495300" y="47625"/>
                  </a:lnTo>
                  <a:lnTo>
                    <a:pt x="514350" y="38100"/>
                  </a:lnTo>
                  <a:lnTo>
                    <a:pt x="495300" y="28575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574925" y="1765680"/>
            <a:ext cx="3454400" cy="1317625"/>
            <a:chOff x="2574925" y="1049400"/>
            <a:chExt cx="3454400" cy="1317625"/>
          </a:xfrm>
        </p:grpSpPr>
        <p:sp>
          <p:nvSpPr>
            <p:cNvPr id="10" name="object 10"/>
            <p:cNvSpPr/>
            <p:nvPr>
              <p:custDataLst>
                <p:tags r:id="rId22"/>
              </p:custDataLst>
            </p:nvPr>
          </p:nvSpPr>
          <p:spPr>
            <a:xfrm>
              <a:off x="4716398" y="2256027"/>
              <a:ext cx="1313180" cy="111125"/>
            </a:xfrm>
            <a:custGeom>
              <a:avLst/>
              <a:gdLst/>
              <a:ahLst/>
              <a:cxnLst/>
              <a:rect l="l" t="t" r="r" b="b"/>
              <a:pathLst>
                <a:path w="1313179" h="111125">
                  <a:moveTo>
                    <a:pt x="1275152" y="55372"/>
                  </a:moveTo>
                  <a:lnTo>
                    <a:pt x="1208531" y="94234"/>
                  </a:lnTo>
                  <a:lnTo>
                    <a:pt x="1207008" y="100076"/>
                  </a:lnTo>
                  <a:lnTo>
                    <a:pt x="1212341" y="109220"/>
                  </a:lnTo>
                  <a:lnTo>
                    <a:pt x="1218056" y="110744"/>
                  </a:lnTo>
                  <a:lnTo>
                    <a:pt x="1296606" y="64897"/>
                  </a:lnTo>
                  <a:lnTo>
                    <a:pt x="1294129" y="64897"/>
                  </a:lnTo>
                  <a:lnTo>
                    <a:pt x="1294129" y="63627"/>
                  </a:lnTo>
                  <a:lnTo>
                    <a:pt x="1289303" y="63627"/>
                  </a:lnTo>
                  <a:lnTo>
                    <a:pt x="1275152" y="55372"/>
                  </a:lnTo>
                  <a:close/>
                </a:path>
                <a:path w="1313179" h="111125">
                  <a:moveTo>
                    <a:pt x="1258823" y="45847"/>
                  </a:moveTo>
                  <a:lnTo>
                    <a:pt x="0" y="45847"/>
                  </a:lnTo>
                  <a:lnTo>
                    <a:pt x="0" y="64897"/>
                  </a:lnTo>
                  <a:lnTo>
                    <a:pt x="1258823" y="64897"/>
                  </a:lnTo>
                  <a:lnTo>
                    <a:pt x="1275152" y="55372"/>
                  </a:lnTo>
                  <a:lnTo>
                    <a:pt x="1258823" y="45847"/>
                  </a:lnTo>
                  <a:close/>
                </a:path>
                <a:path w="1313179" h="111125">
                  <a:moveTo>
                    <a:pt x="1296607" y="45847"/>
                  </a:moveTo>
                  <a:lnTo>
                    <a:pt x="1294129" y="45847"/>
                  </a:lnTo>
                  <a:lnTo>
                    <a:pt x="1294129" y="64897"/>
                  </a:lnTo>
                  <a:lnTo>
                    <a:pt x="1296606" y="64897"/>
                  </a:lnTo>
                  <a:lnTo>
                    <a:pt x="1312926" y="55372"/>
                  </a:lnTo>
                  <a:lnTo>
                    <a:pt x="1296607" y="45847"/>
                  </a:lnTo>
                  <a:close/>
                </a:path>
                <a:path w="1313179" h="111125">
                  <a:moveTo>
                    <a:pt x="1289303" y="47117"/>
                  </a:moveTo>
                  <a:lnTo>
                    <a:pt x="1275152" y="55372"/>
                  </a:lnTo>
                  <a:lnTo>
                    <a:pt x="1289303" y="63627"/>
                  </a:lnTo>
                  <a:lnTo>
                    <a:pt x="1289303" y="47117"/>
                  </a:lnTo>
                  <a:close/>
                </a:path>
                <a:path w="1313179" h="111125">
                  <a:moveTo>
                    <a:pt x="1294129" y="47117"/>
                  </a:moveTo>
                  <a:lnTo>
                    <a:pt x="1289303" y="47117"/>
                  </a:lnTo>
                  <a:lnTo>
                    <a:pt x="1289303" y="63627"/>
                  </a:lnTo>
                  <a:lnTo>
                    <a:pt x="1294129" y="63627"/>
                  </a:lnTo>
                  <a:lnTo>
                    <a:pt x="1294129" y="47117"/>
                  </a:lnTo>
                  <a:close/>
                </a:path>
                <a:path w="1313179" h="111125">
                  <a:moveTo>
                    <a:pt x="1218056" y="0"/>
                  </a:moveTo>
                  <a:lnTo>
                    <a:pt x="1212341" y="1524"/>
                  </a:lnTo>
                  <a:lnTo>
                    <a:pt x="1207008" y="10668"/>
                  </a:lnTo>
                  <a:lnTo>
                    <a:pt x="1208531" y="16510"/>
                  </a:lnTo>
                  <a:lnTo>
                    <a:pt x="1275152" y="55372"/>
                  </a:lnTo>
                  <a:lnTo>
                    <a:pt x="1289303" y="47117"/>
                  </a:lnTo>
                  <a:lnTo>
                    <a:pt x="1294129" y="47117"/>
                  </a:lnTo>
                  <a:lnTo>
                    <a:pt x="1294129" y="45847"/>
                  </a:lnTo>
                  <a:lnTo>
                    <a:pt x="1296607" y="45847"/>
                  </a:lnTo>
                  <a:lnTo>
                    <a:pt x="1218056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>
              <p:custDataLst>
                <p:tags r:id="rId23"/>
              </p:custDataLst>
            </p:nvPr>
          </p:nvPicPr>
          <p:blipFill>
            <a:blip r:embed="rId29" cstate="print"/>
            <a:stretch>
              <a:fillRect/>
            </a:stretch>
          </p:blipFill>
          <p:spPr>
            <a:xfrm>
              <a:off x="2574925" y="1049400"/>
              <a:ext cx="1322451" cy="117475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>
            <p:custDataLst>
              <p:tags r:id="rId3"/>
            </p:custDataLst>
          </p:nvPr>
        </p:nvSpPr>
        <p:spPr>
          <a:xfrm>
            <a:off x="1606550" y="2672080"/>
            <a:ext cx="806450" cy="708025"/>
          </a:xfrm>
          <a:prstGeom prst="rect">
            <a:avLst/>
          </a:prstGeom>
          <a:ln w="12700">
            <a:solidFill>
              <a:srgbClr val="001F5F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48590">
              <a:lnSpc>
                <a:spcPct val="100000"/>
              </a:lnSpc>
              <a:spcBef>
                <a:spcPts val="285"/>
              </a:spcBef>
            </a:pPr>
            <a:r>
              <a:rPr sz="2000" spc="-30" dirty="0">
                <a:solidFill>
                  <a:srgbClr val="001F5F"/>
                </a:solidFill>
                <a:latin typeface="PMingLiU"/>
                <a:cs typeface="PMingLiU"/>
              </a:rPr>
              <a:t>数据</a:t>
            </a:r>
            <a:endParaRPr sz="2000">
              <a:latin typeface="PMingLiU"/>
              <a:cs typeface="PMingLiU"/>
            </a:endParaRPr>
          </a:p>
          <a:p>
            <a:pPr marL="148590">
              <a:lnSpc>
                <a:spcPct val="100000"/>
              </a:lnSpc>
            </a:pPr>
            <a:r>
              <a:rPr sz="2000" spc="-25" dirty="0">
                <a:solidFill>
                  <a:srgbClr val="001F5F"/>
                </a:solidFill>
                <a:latin typeface="PMingLiU"/>
                <a:cs typeface="PMingLiU"/>
              </a:rPr>
              <a:t>获取</a:t>
            </a:r>
            <a:endParaRPr sz="2000">
              <a:latin typeface="PMingLiU"/>
              <a:cs typeface="PMingLiU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449448" y="1687830"/>
            <a:ext cx="5840730" cy="2171700"/>
            <a:chOff x="2449448" y="971550"/>
            <a:chExt cx="5840730" cy="2171700"/>
          </a:xfrm>
        </p:grpSpPr>
        <p:sp>
          <p:nvSpPr>
            <p:cNvPr id="14" name="object 14"/>
            <p:cNvSpPr/>
            <p:nvPr>
              <p:custDataLst>
                <p:tags r:id="rId16"/>
              </p:custDataLst>
            </p:nvPr>
          </p:nvSpPr>
          <p:spPr>
            <a:xfrm>
              <a:off x="6559550" y="1240027"/>
              <a:ext cx="906780" cy="111125"/>
            </a:xfrm>
            <a:custGeom>
              <a:avLst/>
              <a:gdLst/>
              <a:ahLst/>
              <a:cxnLst/>
              <a:rect l="l" t="t" r="r" b="b"/>
              <a:pathLst>
                <a:path w="906779" h="111125">
                  <a:moveTo>
                    <a:pt x="868625" y="55372"/>
                  </a:moveTo>
                  <a:lnTo>
                    <a:pt x="802004" y="94234"/>
                  </a:lnTo>
                  <a:lnTo>
                    <a:pt x="800480" y="100075"/>
                  </a:lnTo>
                  <a:lnTo>
                    <a:pt x="805815" y="109220"/>
                  </a:lnTo>
                  <a:lnTo>
                    <a:pt x="811656" y="110744"/>
                  </a:lnTo>
                  <a:lnTo>
                    <a:pt x="890206" y="64897"/>
                  </a:lnTo>
                  <a:lnTo>
                    <a:pt x="887602" y="64897"/>
                  </a:lnTo>
                  <a:lnTo>
                    <a:pt x="887602" y="63626"/>
                  </a:lnTo>
                  <a:lnTo>
                    <a:pt x="882776" y="63626"/>
                  </a:lnTo>
                  <a:lnTo>
                    <a:pt x="868625" y="55372"/>
                  </a:lnTo>
                  <a:close/>
                </a:path>
                <a:path w="906779" h="111125">
                  <a:moveTo>
                    <a:pt x="852297" y="45847"/>
                  </a:moveTo>
                  <a:lnTo>
                    <a:pt x="0" y="45847"/>
                  </a:lnTo>
                  <a:lnTo>
                    <a:pt x="0" y="64897"/>
                  </a:lnTo>
                  <a:lnTo>
                    <a:pt x="852297" y="64897"/>
                  </a:lnTo>
                  <a:lnTo>
                    <a:pt x="868625" y="55372"/>
                  </a:lnTo>
                  <a:lnTo>
                    <a:pt x="852297" y="45847"/>
                  </a:lnTo>
                  <a:close/>
                </a:path>
                <a:path w="906779" h="111125">
                  <a:moveTo>
                    <a:pt x="890207" y="45847"/>
                  </a:moveTo>
                  <a:lnTo>
                    <a:pt x="887602" y="45847"/>
                  </a:lnTo>
                  <a:lnTo>
                    <a:pt x="887602" y="64897"/>
                  </a:lnTo>
                  <a:lnTo>
                    <a:pt x="890206" y="64897"/>
                  </a:lnTo>
                  <a:lnTo>
                    <a:pt x="906526" y="55372"/>
                  </a:lnTo>
                  <a:lnTo>
                    <a:pt x="890207" y="45847"/>
                  </a:lnTo>
                  <a:close/>
                </a:path>
                <a:path w="906779" h="111125">
                  <a:moveTo>
                    <a:pt x="882776" y="47117"/>
                  </a:moveTo>
                  <a:lnTo>
                    <a:pt x="868625" y="55372"/>
                  </a:lnTo>
                  <a:lnTo>
                    <a:pt x="882776" y="63626"/>
                  </a:lnTo>
                  <a:lnTo>
                    <a:pt x="882776" y="47117"/>
                  </a:lnTo>
                  <a:close/>
                </a:path>
                <a:path w="906779" h="111125">
                  <a:moveTo>
                    <a:pt x="887602" y="47117"/>
                  </a:moveTo>
                  <a:lnTo>
                    <a:pt x="882776" y="47117"/>
                  </a:lnTo>
                  <a:lnTo>
                    <a:pt x="882776" y="63626"/>
                  </a:lnTo>
                  <a:lnTo>
                    <a:pt x="887602" y="63626"/>
                  </a:lnTo>
                  <a:lnTo>
                    <a:pt x="887602" y="47117"/>
                  </a:lnTo>
                  <a:close/>
                </a:path>
                <a:path w="906779" h="111125">
                  <a:moveTo>
                    <a:pt x="811656" y="0"/>
                  </a:moveTo>
                  <a:lnTo>
                    <a:pt x="805815" y="1524"/>
                  </a:lnTo>
                  <a:lnTo>
                    <a:pt x="800480" y="10668"/>
                  </a:lnTo>
                  <a:lnTo>
                    <a:pt x="802004" y="16510"/>
                  </a:lnTo>
                  <a:lnTo>
                    <a:pt x="868625" y="55372"/>
                  </a:lnTo>
                  <a:lnTo>
                    <a:pt x="882776" y="47117"/>
                  </a:lnTo>
                  <a:lnTo>
                    <a:pt x="887602" y="47117"/>
                  </a:lnTo>
                  <a:lnTo>
                    <a:pt x="887602" y="45847"/>
                  </a:lnTo>
                  <a:lnTo>
                    <a:pt x="890207" y="45847"/>
                  </a:lnTo>
                  <a:lnTo>
                    <a:pt x="811656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>
              <p:custDataLst>
                <p:tags r:id="rId17"/>
              </p:custDataLst>
            </p:nvPr>
          </p:nvPicPr>
          <p:blipFill>
            <a:blip r:embed="rId30" cstate="print"/>
            <a:stretch>
              <a:fillRect/>
            </a:stretch>
          </p:blipFill>
          <p:spPr>
            <a:xfrm>
              <a:off x="4870450" y="1074737"/>
              <a:ext cx="560387" cy="53498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>
              <p:custDataLst>
                <p:tags r:id="rId18"/>
              </p:custDataLst>
            </p:nvPr>
          </p:nvPicPr>
          <p:blipFill>
            <a:blip r:embed="rId31" cstate="print"/>
            <a:stretch>
              <a:fillRect/>
            </a:stretch>
          </p:blipFill>
          <p:spPr>
            <a:xfrm>
              <a:off x="4905375" y="1670113"/>
              <a:ext cx="525462" cy="55403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>
              <p:custDataLst>
                <p:tags r:id="rId19"/>
              </p:custDataLst>
            </p:nvPr>
          </p:nvPicPr>
          <p:blipFill>
            <a:blip r:embed="rId32" cstate="print"/>
            <a:stretch>
              <a:fillRect/>
            </a:stretch>
          </p:blipFill>
          <p:spPr>
            <a:xfrm>
              <a:off x="4870450" y="2495550"/>
              <a:ext cx="728662" cy="6477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>
              <p:custDataLst>
                <p:tags r:id="rId20"/>
              </p:custDataLst>
            </p:nvPr>
          </p:nvSpPr>
          <p:spPr>
            <a:xfrm>
              <a:off x="2449448" y="2256027"/>
              <a:ext cx="1570355" cy="111125"/>
            </a:xfrm>
            <a:custGeom>
              <a:avLst/>
              <a:gdLst/>
              <a:ahLst/>
              <a:cxnLst/>
              <a:rect l="l" t="t" r="r" b="b"/>
              <a:pathLst>
                <a:path w="1570354" h="111125">
                  <a:moveTo>
                    <a:pt x="1532365" y="55372"/>
                  </a:moveTo>
                  <a:lnTo>
                    <a:pt x="1470152" y="91440"/>
                  </a:lnTo>
                  <a:lnTo>
                    <a:pt x="1465706" y="94107"/>
                  </a:lnTo>
                  <a:lnTo>
                    <a:pt x="1464055" y="99949"/>
                  </a:lnTo>
                  <a:lnTo>
                    <a:pt x="1469389" y="109093"/>
                  </a:lnTo>
                  <a:lnTo>
                    <a:pt x="1475231" y="110617"/>
                  </a:lnTo>
                  <a:lnTo>
                    <a:pt x="1553744" y="64897"/>
                  </a:lnTo>
                  <a:lnTo>
                    <a:pt x="1551177" y="64897"/>
                  </a:lnTo>
                  <a:lnTo>
                    <a:pt x="1551186" y="63627"/>
                  </a:lnTo>
                  <a:lnTo>
                    <a:pt x="1546478" y="63627"/>
                  </a:lnTo>
                  <a:lnTo>
                    <a:pt x="1532365" y="55372"/>
                  </a:lnTo>
                  <a:close/>
                </a:path>
                <a:path w="1570354" h="111125">
                  <a:moveTo>
                    <a:pt x="126" y="44196"/>
                  </a:moveTo>
                  <a:lnTo>
                    <a:pt x="0" y="63246"/>
                  </a:lnTo>
                  <a:lnTo>
                    <a:pt x="1551178" y="64897"/>
                  </a:lnTo>
                  <a:lnTo>
                    <a:pt x="1515860" y="64897"/>
                  </a:lnTo>
                  <a:lnTo>
                    <a:pt x="1532263" y="55372"/>
                  </a:lnTo>
                  <a:lnTo>
                    <a:pt x="1516080" y="45847"/>
                  </a:lnTo>
                  <a:lnTo>
                    <a:pt x="1551305" y="45847"/>
                  </a:lnTo>
                  <a:lnTo>
                    <a:pt x="126" y="44196"/>
                  </a:lnTo>
                  <a:close/>
                </a:path>
                <a:path w="1570354" h="111125">
                  <a:moveTo>
                    <a:pt x="1553844" y="45847"/>
                  </a:moveTo>
                  <a:lnTo>
                    <a:pt x="1551304" y="45847"/>
                  </a:lnTo>
                  <a:lnTo>
                    <a:pt x="1551177" y="64897"/>
                  </a:lnTo>
                  <a:lnTo>
                    <a:pt x="1553744" y="64897"/>
                  </a:lnTo>
                  <a:lnTo>
                    <a:pt x="1570101" y="55372"/>
                  </a:lnTo>
                  <a:lnTo>
                    <a:pt x="1553844" y="45847"/>
                  </a:lnTo>
                  <a:close/>
                </a:path>
                <a:path w="1570354" h="111125">
                  <a:moveTo>
                    <a:pt x="1546478" y="47117"/>
                  </a:moveTo>
                  <a:lnTo>
                    <a:pt x="1532365" y="55372"/>
                  </a:lnTo>
                  <a:lnTo>
                    <a:pt x="1546478" y="63627"/>
                  </a:lnTo>
                  <a:lnTo>
                    <a:pt x="1546478" y="47117"/>
                  </a:lnTo>
                  <a:close/>
                </a:path>
                <a:path w="1570354" h="111125">
                  <a:moveTo>
                    <a:pt x="1551296" y="47117"/>
                  </a:moveTo>
                  <a:lnTo>
                    <a:pt x="1546478" y="47117"/>
                  </a:lnTo>
                  <a:lnTo>
                    <a:pt x="1546478" y="63627"/>
                  </a:lnTo>
                  <a:lnTo>
                    <a:pt x="1551186" y="63627"/>
                  </a:lnTo>
                  <a:lnTo>
                    <a:pt x="1551296" y="47117"/>
                  </a:lnTo>
                  <a:close/>
                </a:path>
                <a:path w="1570354" h="111125">
                  <a:moveTo>
                    <a:pt x="1475359" y="0"/>
                  </a:moveTo>
                  <a:lnTo>
                    <a:pt x="1469516" y="1524"/>
                  </a:lnTo>
                  <a:lnTo>
                    <a:pt x="1466850" y="5969"/>
                  </a:lnTo>
                  <a:lnTo>
                    <a:pt x="1464183" y="10541"/>
                  </a:lnTo>
                  <a:lnTo>
                    <a:pt x="1465706" y="16383"/>
                  </a:lnTo>
                  <a:lnTo>
                    <a:pt x="1532365" y="55372"/>
                  </a:lnTo>
                  <a:lnTo>
                    <a:pt x="1546478" y="47117"/>
                  </a:lnTo>
                  <a:lnTo>
                    <a:pt x="1551296" y="47117"/>
                  </a:lnTo>
                  <a:lnTo>
                    <a:pt x="1551304" y="45847"/>
                  </a:lnTo>
                  <a:lnTo>
                    <a:pt x="1553844" y="45847"/>
                  </a:lnTo>
                  <a:lnTo>
                    <a:pt x="1479930" y="2540"/>
                  </a:lnTo>
                  <a:lnTo>
                    <a:pt x="1475359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>
              <p:custDataLst>
                <p:tags r:id="rId21"/>
              </p:custDataLst>
            </p:nvPr>
          </p:nvSpPr>
          <p:spPr>
            <a:xfrm>
              <a:off x="7585075" y="984250"/>
              <a:ext cx="692150" cy="655955"/>
            </a:xfrm>
            <a:custGeom>
              <a:avLst/>
              <a:gdLst/>
              <a:ahLst/>
              <a:cxnLst/>
              <a:rect l="l" t="t" r="r" b="b"/>
              <a:pathLst>
                <a:path w="692150" h="655955">
                  <a:moveTo>
                    <a:pt x="0" y="327787"/>
                  </a:moveTo>
                  <a:lnTo>
                    <a:pt x="3159" y="283320"/>
                  </a:lnTo>
                  <a:lnTo>
                    <a:pt x="12361" y="240667"/>
                  </a:lnTo>
                  <a:lnTo>
                    <a:pt x="27195" y="200221"/>
                  </a:lnTo>
                  <a:lnTo>
                    <a:pt x="47248" y="162371"/>
                  </a:lnTo>
                  <a:lnTo>
                    <a:pt x="72108" y="127510"/>
                  </a:lnTo>
                  <a:lnTo>
                    <a:pt x="101361" y="96027"/>
                  </a:lnTo>
                  <a:lnTo>
                    <a:pt x="134597" y="68315"/>
                  </a:lnTo>
                  <a:lnTo>
                    <a:pt x="171402" y="44765"/>
                  </a:lnTo>
                  <a:lnTo>
                    <a:pt x="211365" y="25767"/>
                  </a:lnTo>
                  <a:lnTo>
                    <a:pt x="254073" y="11712"/>
                  </a:lnTo>
                  <a:lnTo>
                    <a:pt x="299114" y="2993"/>
                  </a:lnTo>
                  <a:lnTo>
                    <a:pt x="346075" y="0"/>
                  </a:lnTo>
                  <a:lnTo>
                    <a:pt x="393035" y="2993"/>
                  </a:lnTo>
                  <a:lnTo>
                    <a:pt x="438076" y="11712"/>
                  </a:lnTo>
                  <a:lnTo>
                    <a:pt x="480784" y="25767"/>
                  </a:lnTo>
                  <a:lnTo>
                    <a:pt x="520747" y="44765"/>
                  </a:lnTo>
                  <a:lnTo>
                    <a:pt x="557552" y="68315"/>
                  </a:lnTo>
                  <a:lnTo>
                    <a:pt x="590788" y="96027"/>
                  </a:lnTo>
                  <a:lnTo>
                    <a:pt x="620041" y="127510"/>
                  </a:lnTo>
                  <a:lnTo>
                    <a:pt x="644901" y="162371"/>
                  </a:lnTo>
                  <a:lnTo>
                    <a:pt x="664954" y="200221"/>
                  </a:lnTo>
                  <a:lnTo>
                    <a:pt x="679788" y="240667"/>
                  </a:lnTo>
                  <a:lnTo>
                    <a:pt x="688990" y="283320"/>
                  </a:lnTo>
                  <a:lnTo>
                    <a:pt x="692150" y="327787"/>
                  </a:lnTo>
                  <a:lnTo>
                    <a:pt x="688990" y="372283"/>
                  </a:lnTo>
                  <a:lnTo>
                    <a:pt x="679788" y="414959"/>
                  </a:lnTo>
                  <a:lnTo>
                    <a:pt x="664954" y="455425"/>
                  </a:lnTo>
                  <a:lnTo>
                    <a:pt x="644901" y="493291"/>
                  </a:lnTo>
                  <a:lnTo>
                    <a:pt x="620041" y="528165"/>
                  </a:lnTo>
                  <a:lnTo>
                    <a:pt x="590788" y="559657"/>
                  </a:lnTo>
                  <a:lnTo>
                    <a:pt x="557552" y="587376"/>
                  </a:lnTo>
                  <a:lnTo>
                    <a:pt x="520747" y="610931"/>
                  </a:lnTo>
                  <a:lnTo>
                    <a:pt x="480784" y="629931"/>
                  </a:lnTo>
                  <a:lnTo>
                    <a:pt x="438076" y="643987"/>
                  </a:lnTo>
                  <a:lnTo>
                    <a:pt x="393035" y="652707"/>
                  </a:lnTo>
                  <a:lnTo>
                    <a:pt x="346075" y="655701"/>
                  </a:lnTo>
                  <a:lnTo>
                    <a:pt x="299114" y="652707"/>
                  </a:lnTo>
                  <a:lnTo>
                    <a:pt x="254073" y="643987"/>
                  </a:lnTo>
                  <a:lnTo>
                    <a:pt x="211365" y="629931"/>
                  </a:lnTo>
                  <a:lnTo>
                    <a:pt x="171402" y="610931"/>
                  </a:lnTo>
                  <a:lnTo>
                    <a:pt x="134597" y="587376"/>
                  </a:lnTo>
                  <a:lnTo>
                    <a:pt x="101361" y="559657"/>
                  </a:lnTo>
                  <a:lnTo>
                    <a:pt x="72108" y="528165"/>
                  </a:lnTo>
                  <a:lnTo>
                    <a:pt x="47248" y="493291"/>
                  </a:lnTo>
                  <a:lnTo>
                    <a:pt x="27195" y="455425"/>
                  </a:lnTo>
                  <a:lnTo>
                    <a:pt x="12361" y="414959"/>
                  </a:lnTo>
                  <a:lnTo>
                    <a:pt x="3159" y="372283"/>
                  </a:lnTo>
                  <a:lnTo>
                    <a:pt x="0" y="327787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object 20"/>
          <p:cNvSpPr txBox="1"/>
          <p:nvPr>
            <p:custDataLst>
              <p:tags r:id="rId4"/>
            </p:custDataLst>
          </p:nvPr>
        </p:nvSpPr>
        <p:spPr>
          <a:xfrm>
            <a:off x="7731632" y="1797811"/>
            <a:ext cx="434340" cy="1105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0" dirty="0">
                <a:solidFill>
                  <a:srgbClr val="6F2F9F"/>
                </a:solidFill>
                <a:latin typeface="微软雅黑"/>
                <a:cs typeface="微软雅黑"/>
              </a:rPr>
              <a:t>限速</a:t>
            </a:r>
            <a:endParaRPr sz="1600">
              <a:latin typeface="微软雅黑"/>
              <a:cs typeface="微软雅黑"/>
            </a:endParaRPr>
          </a:p>
          <a:p>
            <a:pPr marL="114300">
              <a:lnSpc>
                <a:spcPct val="100000"/>
              </a:lnSpc>
              <a:spcBef>
                <a:spcPts val="10"/>
              </a:spcBef>
            </a:pPr>
            <a:r>
              <a:rPr sz="1600" b="1" spc="-25" dirty="0">
                <a:solidFill>
                  <a:srgbClr val="6F2F9F"/>
                </a:solidFill>
                <a:latin typeface="Times New Roman" panose="02020603050405020304"/>
                <a:cs typeface="Times New Roman" panose="02020603050405020304"/>
              </a:rPr>
              <a:t>30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43180" marR="22860">
              <a:lnSpc>
                <a:spcPct val="100000"/>
              </a:lnSpc>
              <a:spcBef>
                <a:spcPts val="1295"/>
              </a:spcBef>
            </a:pPr>
            <a:r>
              <a:rPr sz="1400" b="1" spc="-25" dirty="0">
                <a:solidFill>
                  <a:srgbClr val="6F2F9F"/>
                </a:solidFill>
                <a:latin typeface="微软雅黑"/>
                <a:cs typeface="微软雅黑"/>
              </a:rPr>
              <a:t>不得并线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>
            <p:custDataLst>
              <p:tags r:id="rId5"/>
            </p:custDataLst>
          </p:nvPr>
        </p:nvSpPr>
        <p:spPr>
          <a:xfrm>
            <a:off x="7572375" y="3313430"/>
            <a:ext cx="1037590" cy="508635"/>
          </a:xfrm>
          <a:prstGeom prst="rect">
            <a:avLst/>
          </a:prstGeom>
          <a:ln w="15875">
            <a:solidFill>
              <a:srgbClr val="C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305"/>
              </a:spcBef>
            </a:pPr>
            <a:r>
              <a:rPr sz="1400" b="1" spc="-25" dirty="0">
                <a:solidFill>
                  <a:srgbClr val="6F2F9F"/>
                </a:solidFill>
                <a:latin typeface="微软雅黑"/>
                <a:cs typeface="微软雅黑"/>
              </a:rPr>
              <a:t>前方</a:t>
            </a:r>
          </a:p>
          <a:p>
            <a:pPr marL="269875">
              <a:lnSpc>
                <a:spcPct val="100000"/>
              </a:lnSpc>
              <a:spcBef>
                <a:spcPts val="305"/>
              </a:spcBef>
            </a:pPr>
            <a:r>
              <a:rPr sz="1400" b="1" spc="-25" dirty="0">
                <a:solidFill>
                  <a:srgbClr val="6F2F9F"/>
                </a:solidFill>
                <a:latin typeface="微软雅黑"/>
                <a:cs typeface="微软雅黑"/>
              </a:rPr>
              <a:t>成华大道</a:t>
            </a:r>
            <a:endParaRPr lang="zh-CN" sz="1400">
              <a:latin typeface="微软雅黑"/>
              <a:cs typeface="微软雅黑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473388" y="1695767"/>
            <a:ext cx="6142355" cy="2446655"/>
            <a:chOff x="2473388" y="979487"/>
            <a:chExt cx="6142355" cy="2446655"/>
          </a:xfrm>
        </p:grpSpPr>
        <p:sp>
          <p:nvSpPr>
            <p:cNvPr id="23" name="object 23"/>
            <p:cNvSpPr/>
            <p:nvPr>
              <p:custDataLst>
                <p:tags r:id="rId10"/>
              </p:custDataLst>
            </p:nvPr>
          </p:nvSpPr>
          <p:spPr>
            <a:xfrm>
              <a:off x="7570851" y="1678051"/>
              <a:ext cx="713105" cy="606425"/>
            </a:xfrm>
            <a:custGeom>
              <a:avLst/>
              <a:gdLst/>
              <a:ahLst/>
              <a:cxnLst/>
              <a:rect l="l" t="t" r="r" b="b"/>
              <a:pathLst>
                <a:path w="713104" h="606425">
                  <a:moveTo>
                    <a:pt x="0" y="303149"/>
                  </a:moveTo>
                  <a:lnTo>
                    <a:pt x="3863" y="258331"/>
                  </a:lnTo>
                  <a:lnTo>
                    <a:pt x="15085" y="215563"/>
                  </a:lnTo>
                  <a:lnTo>
                    <a:pt x="33115" y="175310"/>
                  </a:lnTo>
                  <a:lnTo>
                    <a:pt x="57402" y="138042"/>
                  </a:lnTo>
                  <a:lnTo>
                    <a:pt x="87397" y="104225"/>
                  </a:lnTo>
                  <a:lnTo>
                    <a:pt x="122547" y="74327"/>
                  </a:lnTo>
                  <a:lnTo>
                    <a:pt x="162302" y="48816"/>
                  </a:lnTo>
                  <a:lnTo>
                    <a:pt x="206112" y="28161"/>
                  </a:lnTo>
                  <a:lnTo>
                    <a:pt x="253426" y="12827"/>
                  </a:lnTo>
                  <a:lnTo>
                    <a:pt x="303693" y="3284"/>
                  </a:lnTo>
                  <a:lnTo>
                    <a:pt x="356362" y="0"/>
                  </a:lnTo>
                  <a:lnTo>
                    <a:pt x="409030" y="3284"/>
                  </a:lnTo>
                  <a:lnTo>
                    <a:pt x="459297" y="12827"/>
                  </a:lnTo>
                  <a:lnTo>
                    <a:pt x="506611" y="28161"/>
                  </a:lnTo>
                  <a:lnTo>
                    <a:pt x="550421" y="48816"/>
                  </a:lnTo>
                  <a:lnTo>
                    <a:pt x="590176" y="74327"/>
                  </a:lnTo>
                  <a:lnTo>
                    <a:pt x="625326" y="104225"/>
                  </a:lnTo>
                  <a:lnTo>
                    <a:pt x="655321" y="138042"/>
                  </a:lnTo>
                  <a:lnTo>
                    <a:pt x="679608" y="175310"/>
                  </a:lnTo>
                  <a:lnTo>
                    <a:pt x="697638" y="215563"/>
                  </a:lnTo>
                  <a:lnTo>
                    <a:pt x="708860" y="258331"/>
                  </a:lnTo>
                  <a:lnTo>
                    <a:pt x="712724" y="303149"/>
                  </a:lnTo>
                  <a:lnTo>
                    <a:pt x="708860" y="347969"/>
                  </a:lnTo>
                  <a:lnTo>
                    <a:pt x="697638" y="390745"/>
                  </a:lnTo>
                  <a:lnTo>
                    <a:pt x="679608" y="431010"/>
                  </a:lnTo>
                  <a:lnTo>
                    <a:pt x="655321" y="468294"/>
                  </a:lnTo>
                  <a:lnTo>
                    <a:pt x="625326" y="502127"/>
                  </a:lnTo>
                  <a:lnTo>
                    <a:pt x="590176" y="532042"/>
                  </a:lnTo>
                  <a:lnTo>
                    <a:pt x="550421" y="557569"/>
                  </a:lnTo>
                  <a:lnTo>
                    <a:pt x="506611" y="578240"/>
                  </a:lnTo>
                  <a:lnTo>
                    <a:pt x="459297" y="593586"/>
                  </a:lnTo>
                  <a:lnTo>
                    <a:pt x="409030" y="603137"/>
                  </a:lnTo>
                  <a:lnTo>
                    <a:pt x="356362" y="606425"/>
                  </a:lnTo>
                  <a:lnTo>
                    <a:pt x="303693" y="603137"/>
                  </a:lnTo>
                  <a:lnTo>
                    <a:pt x="253426" y="593586"/>
                  </a:lnTo>
                  <a:lnTo>
                    <a:pt x="206112" y="578240"/>
                  </a:lnTo>
                  <a:lnTo>
                    <a:pt x="162302" y="557569"/>
                  </a:lnTo>
                  <a:lnTo>
                    <a:pt x="122547" y="532042"/>
                  </a:lnTo>
                  <a:lnTo>
                    <a:pt x="87397" y="502127"/>
                  </a:lnTo>
                  <a:lnTo>
                    <a:pt x="57402" y="468294"/>
                  </a:lnTo>
                  <a:lnTo>
                    <a:pt x="33115" y="431010"/>
                  </a:lnTo>
                  <a:lnTo>
                    <a:pt x="15085" y="390745"/>
                  </a:lnTo>
                  <a:lnTo>
                    <a:pt x="3863" y="347969"/>
                  </a:lnTo>
                  <a:lnTo>
                    <a:pt x="0" y="303149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>
              <p:custDataLst>
                <p:tags r:id="rId11"/>
              </p:custDataLst>
            </p:nvPr>
          </p:nvSpPr>
          <p:spPr>
            <a:xfrm>
              <a:off x="2484501" y="990600"/>
              <a:ext cx="3240405" cy="2424430"/>
            </a:xfrm>
            <a:custGeom>
              <a:avLst/>
              <a:gdLst/>
              <a:ahLst/>
              <a:cxnLst/>
              <a:rect l="l" t="t" r="r" b="b"/>
              <a:pathLst>
                <a:path w="3240404" h="2424429">
                  <a:moveTo>
                    <a:pt x="0" y="2424176"/>
                  </a:moveTo>
                  <a:lnTo>
                    <a:pt x="3240024" y="2424176"/>
                  </a:lnTo>
                  <a:lnTo>
                    <a:pt x="3240024" y="0"/>
                  </a:lnTo>
                  <a:lnTo>
                    <a:pt x="0" y="0"/>
                  </a:lnTo>
                  <a:lnTo>
                    <a:pt x="0" y="2424176"/>
                  </a:lnTo>
                  <a:close/>
                </a:path>
              </a:pathLst>
            </a:custGeom>
            <a:ln w="22225">
              <a:solidFill>
                <a:srgbClr val="4F612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>
              <p:custDataLst>
                <p:tags r:id="rId12"/>
              </p:custDataLst>
            </p:nvPr>
          </p:nvSpPr>
          <p:spPr>
            <a:xfrm>
              <a:off x="5867400" y="990600"/>
              <a:ext cx="2736850" cy="2424430"/>
            </a:xfrm>
            <a:custGeom>
              <a:avLst/>
              <a:gdLst/>
              <a:ahLst/>
              <a:cxnLst/>
              <a:rect l="l" t="t" r="r" b="b"/>
              <a:pathLst>
                <a:path w="2736850" h="2424429">
                  <a:moveTo>
                    <a:pt x="0" y="2424176"/>
                  </a:moveTo>
                  <a:lnTo>
                    <a:pt x="2736850" y="2424176"/>
                  </a:lnTo>
                  <a:lnTo>
                    <a:pt x="2736850" y="0"/>
                  </a:lnTo>
                  <a:lnTo>
                    <a:pt x="0" y="0"/>
                  </a:lnTo>
                  <a:lnTo>
                    <a:pt x="0" y="2424176"/>
                  </a:lnTo>
                  <a:close/>
                </a:path>
              </a:pathLst>
            </a:custGeom>
            <a:ln w="22225">
              <a:solidFill>
                <a:srgbClr val="006FC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>
              <p:custDataLst>
                <p:tags r:id="rId13"/>
              </p:custDataLst>
            </p:nvPr>
          </p:nvSpPr>
          <p:spPr>
            <a:xfrm>
              <a:off x="6559550" y="1890902"/>
              <a:ext cx="982980" cy="981075"/>
            </a:xfrm>
            <a:custGeom>
              <a:avLst/>
              <a:gdLst/>
              <a:ahLst/>
              <a:cxnLst/>
              <a:rect l="l" t="t" r="r" b="b"/>
              <a:pathLst>
                <a:path w="982979" h="981075">
                  <a:moveTo>
                    <a:pt x="931926" y="55372"/>
                  </a:moveTo>
                  <a:lnTo>
                    <a:pt x="915606" y="45847"/>
                  </a:lnTo>
                  <a:lnTo>
                    <a:pt x="837057" y="0"/>
                  </a:lnTo>
                  <a:lnTo>
                    <a:pt x="831215" y="1524"/>
                  </a:lnTo>
                  <a:lnTo>
                    <a:pt x="825881" y="10668"/>
                  </a:lnTo>
                  <a:lnTo>
                    <a:pt x="827405" y="16510"/>
                  </a:lnTo>
                  <a:lnTo>
                    <a:pt x="877684" y="45847"/>
                  </a:lnTo>
                  <a:lnTo>
                    <a:pt x="0" y="45847"/>
                  </a:lnTo>
                  <a:lnTo>
                    <a:pt x="0" y="64897"/>
                  </a:lnTo>
                  <a:lnTo>
                    <a:pt x="877684" y="64897"/>
                  </a:lnTo>
                  <a:lnTo>
                    <a:pt x="827405" y="94234"/>
                  </a:lnTo>
                  <a:lnTo>
                    <a:pt x="825881" y="100076"/>
                  </a:lnTo>
                  <a:lnTo>
                    <a:pt x="831215" y="109220"/>
                  </a:lnTo>
                  <a:lnTo>
                    <a:pt x="837057" y="110744"/>
                  </a:lnTo>
                  <a:lnTo>
                    <a:pt x="915606" y="64897"/>
                  </a:lnTo>
                  <a:lnTo>
                    <a:pt x="931926" y="55372"/>
                  </a:lnTo>
                  <a:close/>
                </a:path>
                <a:path w="982979" h="981075">
                  <a:moveTo>
                    <a:pt x="982726" y="925322"/>
                  </a:moveTo>
                  <a:lnTo>
                    <a:pt x="966406" y="915797"/>
                  </a:lnTo>
                  <a:lnTo>
                    <a:pt x="887857" y="869950"/>
                  </a:lnTo>
                  <a:lnTo>
                    <a:pt x="882015" y="871474"/>
                  </a:lnTo>
                  <a:lnTo>
                    <a:pt x="876681" y="880618"/>
                  </a:lnTo>
                  <a:lnTo>
                    <a:pt x="878205" y="886460"/>
                  </a:lnTo>
                  <a:lnTo>
                    <a:pt x="928484" y="915797"/>
                  </a:lnTo>
                  <a:lnTo>
                    <a:pt x="17399" y="915797"/>
                  </a:lnTo>
                  <a:lnTo>
                    <a:pt x="17399" y="934847"/>
                  </a:lnTo>
                  <a:lnTo>
                    <a:pt x="928484" y="934847"/>
                  </a:lnTo>
                  <a:lnTo>
                    <a:pt x="878205" y="964184"/>
                  </a:lnTo>
                  <a:lnTo>
                    <a:pt x="876681" y="970026"/>
                  </a:lnTo>
                  <a:lnTo>
                    <a:pt x="882015" y="979170"/>
                  </a:lnTo>
                  <a:lnTo>
                    <a:pt x="887857" y="980694"/>
                  </a:lnTo>
                  <a:lnTo>
                    <a:pt x="966406" y="934847"/>
                  </a:lnTo>
                  <a:lnTo>
                    <a:pt x="982726" y="925322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>
              <p:custDataLst>
                <p:tags r:id="rId14"/>
              </p:custDataLst>
            </p:nvPr>
          </p:nvSpPr>
          <p:spPr>
            <a:xfrm>
              <a:off x="5480050" y="1295400"/>
              <a:ext cx="549275" cy="1524000"/>
            </a:xfrm>
            <a:custGeom>
              <a:avLst/>
              <a:gdLst/>
              <a:ahLst/>
              <a:cxnLst/>
              <a:rect l="l" t="t" r="r" b="b"/>
              <a:pathLst>
                <a:path w="549275" h="1524000">
                  <a:moveTo>
                    <a:pt x="0" y="0"/>
                  </a:moveTo>
                  <a:lnTo>
                    <a:pt x="549275" y="0"/>
                  </a:lnTo>
                </a:path>
                <a:path w="549275" h="1524000">
                  <a:moveTo>
                    <a:pt x="0" y="647700"/>
                  </a:moveTo>
                  <a:lnTo>
                    <a:pt x="549275" y="647700"/>
                  </a:lnTo>
                </a:path>
                <a:path w="549275" h="1524000">
                  <a:moveTo>
                    <a:pt x="180975" y="1524000"/>
                  </a:moveTo>
                  <a:lnTo>
                    <a:pt x="549275" y="1524000"/>
                  </a:lnTo>
                </a:path>
              </a:pathLst>
            </a:custGeom>
            <a:ln w="15875">
              <a:solidFill>
                <a:srgbClr val="001F5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>
              <p:custDataLst>
                <p:tags r:id="rId15"/>
              </p:custDataLst>
            </p:nvPr>
          </p:nvSpPr>
          <p:spPr>
            <a:xfrm>
              <a:off x="2548001" y="1219200"/>
              <a:ext cx="1095375" cy="488950"/>
            </a:xfrm>
            <a:custGeom>
              <a:avLst/>
              <a:gdLst/>
              <a:ahLst/>
              <a:cxnLst/>
              <a:rect l="l" t="t" r="r" b="b"/>
              <a:pathLst>
                <a:path w="1095375" h="488950">
                  <a:moveTo>
                    <a:pt x="0" y="458850"/>
                  </a:moveTo>
                  <a:lnTo>
                    <a:pt x="223837" y="458850"/>
                  </a:lnTo>
                  <a:lnTo>
                    <a:pt x="223837" y="200088"/>
                  </a:lnTo>
                  <a:lnTo>
                    <a:pt x="0" y="200088"/>
                  </a:lnTo>
                  <a:lnTo>
                    <a:pt x="0" y="458850"/>
                  </a:lnTo>
                  <a:close/>
                </a:path>
                <a:path w="1095375" h="488950">
                  <a:moveTo>
                    <a:pt x="800100" y="488950"/>
                  </a:moveTo>
                  <a:lnTo>
                    <a:pt x="1095375" y="488950"/>
                  </a:lnTo>
                  <a:lnTo>
                    <a:pt x="1095375" y="0"/>
                  </a:lnTo>
                  <a:lnTo>
                    <a:pt x="800100" y="0"/>
                  </a:lnTo>
                  <a:lnTo>
                    <a:pt x="800100" y="488950"/>
                  </a:lnTo>
                  <a:close/>
                </a:path>
              </a:pathLst>
            </a:custGeom>
            <a:ln w="158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>
            <p:custDataLst>
              <p:tags r:id="rId6"/>
            </p:custDataLst>
          </p:nvPr>
        </p:nvSpPr>
        <p:spPr>
          <a:xfrm>
            <a:off x="3581146" y="4262374"/>
            <a:ext cx="10471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4F6128"/>
                </a:solidFill>
                <a:latin typeface="微软雅黑"/>
                <a:cs typeface="微软雅黑"/>
              </a:rPr>
              <a:t>图像处理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>
            <p:custDataLst>
              <p:tags r:id="rId7"/>
            </p:custDataLst>
          </p:nvPr>
        </p:nvSpPr>
        <p:spPr>
          <a:xfrm>
            <a:off x="6726681" y="4266946"/>
            <a:ext cx="10464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solidFill>
                  <a:srgbClr val="3333CC"/>
                </a:solidFill>
                <a:latin typeface="微软雅黑"/>
                <a:cs typeface="微软雅黑"/>
              </a:rPr>
              <a:t>机器学习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>
            <p:custDataLst>
              <p:tags r:id="rId8"/>
            </p:custDataLst>
          </p:nvPr>
        </p:nvSpPr>
        <p:spPr>
          <a:xfrm>
            <a:off x="3236976" y="4750117"/>
            <a:ext cx="5094605" cy="494030"/>
          </a:xfrm>
          <a:prstGeom prst="rect">
            <a:avLst/>
          </a:prstGeom>
          <a:ln w="19050">
            <a:solidFill>
              <a:srgbClr val="810967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85"/>
              </a:spcBef>
            </a:pPr>
            <a:r>
              <a:rPr sz="2400" b="1" spc="-5" dirty="0">
                <a:solidFill>
                  <a:srgbClr val="990033"/>
                </a:solidFill>
                <a:latin typeface="微软雅黑"/>
                <a:cs typeface="微软雅黑"/>
              </a:rPr>
              <a:t>面向无人驾驶的交通标志检测与识别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3" name="object 33"/>
          <p:cNvSpPr txBox="1"/>
          <p:nvPr>
            <p:custDataLst>
              <p:tags r:id="rId9"/>
            </p:custDataLst>
          </p:nvPr>
        </p:nvSpPr>
        <p:spPr>
          <a:xfrm>
            <a:off x="5633084" y="4186224"/>
            <a:ext cx="3003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310" dirty="0">
                <a:solidFill>
                  <a:srgbClr val="990033"/>
                </a:solidFill>
                <a:latin typeface="Palatino Linotype"/>
                <a:cs typeface="Palatino Linotype"/>
              </a:rPr>
              <a:t>+</a:t>
            </a:r>
            <a:endParaRPr sz="3600">
              <a:latin typeface="Palatino Linotype"/>
              <a:cs typeface="Palatino Linotype"/>
            </a:endParaRPr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100" y="539115"/>
            <a:ext cx="486092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3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. 课程主要内容？</a:t>
            </a:r>
            <a:endParaRPr lang="zh-CN" altLang="en-US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1741029" y="1751711"/>
            <a:ext cx="5983605" cy="530860"/>
            <a:chOff x="1595614" y="958596"/>
            <a:chExt cx="5983605" cy="530860"/>
          </a:xfrm>
        </p:grpSpPr>
        <p:pic>
          <p:nvPicPr>
            <p:cNvPr id="3" name="object 3"/>
            <p:cNvPicPr/>
            <p:nvPr>
              <p:custDataLst>
                <p:tags r:id="rId17"/>
              </p:custDataLst>
            </p:nvPr>
          </p:nvPicPr>
          <p:blipFill>
            <a:blip r:embed="rId21" cstate="print"/>
            <a:stretch>
              <a:fillRect/>
            </a:stretch>
          </p:blipFill>
          <p:spPr>
            <a:xfrm>
              <a:off x="1595614" y="958596"/>
              <a:ext cx="1964460" cy="53035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>
              <p:custDataLst>
                <p:tags r:id="rId18"/>
              </p:custDataLst>
            </p:nvPr>
          </p:nvPicPr>
          <p:blipFill>
            <a:blip r:embed="rId22" cstate="print"/>
            <a:stretch>
              <a:fillRect/>
            </a:stretch>
          </p:blipFill>
          <p:spPr>
            <a:xfrm>
              <a:off x="5332451" y="958596"/>
              <a:ext cx="2246418" cy="53035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>
            <p:custDataLst>
              <p:tags r:id="rId1"/>
            </p:custDataLst>
          </p:nvPr>
        </p:nvSpPr>
        <p:spPr>
          <a:xfrm>
            <a:off x="1979803" y="1820748"/>
            <a:ext cx="54311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890645" algn="l"/>
              </a:tabLst>
            </a:pPr>
            <a:r>
              <a:rPr sz="2000" spc="-10" dirty="0">
                <a:solidFill>
                  <a:srgbClr val="990000"/>
                </a:solidFill>
                <a:latin typeface="PMingLiU"/>
                <a:cs typeface="PMingLiU"/>
              </a:rPr>
              <a:t>数字图像处</a:t>
            </a:r>
            <a:r>
              <a:rPr sz="2000" spc="-50" dirty="0">
                <a:solidFill>
                  <a:srgbClr val="990000"/>
                </a:solidFill>
                <a:latin typeface="PMingLiU"/>
                <a:cs typeface="PMingLiU"/>
              </a:rPr>
              <a:t>理</a:t>
            </a:r>
            <a:r>
              <a:rPr sz="2000" dirty="0">
                <a:solidFill>
                  <a:srgbClr val="990000"/>
                </a:solidFill>
                <a:latin typeface="PMingLiU"/>
                <a:cs typeface="PMingLiU"/>
              </a:rPr>
              <a:t>	</a:t>
            </a:r>
            <a:r>
              <a:rPr sz="2000" spc="-10" dirty="0">
                <a:solidFill>
                  <a:srgbClr val="990000"/>
                </a:solidFill>
                <a:latin typeface="PMingLiU"/>
                <a:cs typeface="PMingLiU"/>
              </a:rPr>
              <a:t>机器学习基</a:t>
            </a:r>
            <a:r>
              <a:rPr sz="2000" spc="-50" dirty="0">
                <a:solidFill>
                  <a:srgbClr val="990000"/>
                </a:solidFill>
                <a:latin typeface="PMingLiU"/>
                <a:cs typeface="PMingLiU"/>
              </a:rPr>
              <a:t>础</a:t>
            </a:r>
            <a:endParaRPr sz="2000">
              <a:latin typeface="PMingLiU"/>
              <a:cs typeface="PMingLiU"/>
            </a:endParaRPr>
          </a:p>
        </p:txBody>
      </p:sp>
      <p:sp>
        <p:nvSpPr>
          <p:cNvPr id="6" name="object 6"/>
          <p:cNvSpPr/>
          <p:nvPr>
            <p:custDataLst>
              <p:tags r:id="rId2"/>
            </p:custDataLst>
          </p:nvPr>
        </p:nvSpPr>
        <p:spPr>
          <a:xfrm>
            <a:off x="1112215" y="2545715"/>
            <a:ext cx="114300" cy="370205"/>
          </a:xfrm>
          <a:custGeom>
            <a:avLst/>
            <a:gdLst/>
            <a:ahLst/>
            <a:cxnLst/>
            <a:rect l="l" t="t" r="r" b="b"/>
            <a:pathLst>
              <a:path w="114300" h="370205">
                <a:moveTo>
                  <a:pt x="12395" y="258952"/>
                </a:moveTo>
                <a:lnTo>
                  <a:pt x="7086" y="262127"/>
                </a:lnTo>
                <a:lnTo>
                  <a:pt x="1790" y="265175"/>
                </a:lnTo>
                <a:lnTo>
                  <a:pt x="0" y="272033"/>
                </a:lnTo>
                <a:lnTo>
                  <a:pt x="3086" y="277241"/>
                </a:lnTo>
                <a:lnTo>
                  <a:pt x="57137" y="369950"/>
                </a:lnTo>
                <a:lnTo>
                  <a:pt x="70020" y="347852"/>
                </a:lnTo>
                <a:lnTo>
                  <a:pt x="46024" y="347852"/>
                </a:lnTo>
                <a:lnTo>
                  <a:pt x="46024" y="306746"/>
                </a:lnTo>
                <a:lnTo>
                  <a:pt x="19189" y="260731"/>
                </a:lnTo>
                <a:lnTo>
                  <a:pt x="12395" y="258952"/>
                </a:lnTo>
                <a:close/>
              </a:path>
              <a:path w="114300" h="370205">
                <a:moveTo>
                  <a:pt x="46024" y="306746"/>
                </a:moveTo>
                <a:lnTo>
                  <a:pt x="46024" y="347852"/>
                </a:lnTo>
                <a:lnTo>
                  <a:pt x="68249" y="347852"/>
                </a:lnTo>
                <a:lnTo>
                  <a:pt x="68249" y="342264"/>
                </a:lnTo>
                <a:lnTo>
                  <a:pt x="47536" y="342264"/>
                </a:lnTo>
                <a:lnTo>
                  <a:pt x="57137" y="325801"/>
                </a:lnTo>
                <a:lnTo>
                  <a:pt x="46024" y="306746"/>
                </a:lnTo>
                <a:close/>
              </a:path>
              <a:path w="114300" h="370205">
                <a:moveTo>
                  <a:pt x="101892" y="258952"/>
                </a:moveTo>
                <a:lnTo>
                  <a:pt x="95084" y="260731"/>
                </a:lnTo>
                <a:lnTo>
                  <a:pt x="68249" y="306746"/>
                </a:lnTo>
                <a:lnTo>
                  <a:pt x="68249" y="347852"/>
                </a:lnTo>
                <a:lnTo>
                  <a:pt x="70020" y="347852"/>
                </a:lnTo>
                <a:lnTo>
                  <a:pt x="111188" y="277241"/>
                </a:lnTo>
                <a:lnTo>
                  <a:pt x="114274" y="272033"/>
                </a:lnTo>
                <a:lnTo>
                  <a:pt x="112483" y="265175"/>
                </a:lnTo>
                <a:lnTo>
                  <a:pt x="107187" y="262127"/>
                </a:lnTo>
                <a:lnTo>
                  <a:pt x="101892" y="258952"/>
                </a:lnTo>
                <a:close/>
              </a:path>
              <a:path w="114300" h="370205">
                <a:moveTo>
                  <a:pt x="57137" y="325801"/>
                </a:moveTo>
                <a:lnTo>
                  <a:pt x="47536" y="342264"/>
                </a:lnTo>
                <a:lnTo>
                  <a:pt x="66738" y="342264"/>
                </a:lnTo>
                <a:lnTo>
                  <a:pt x="57137" y="325801"/>
                </a:lnTo>
                <a:close/>
              </a:path>
              <a:path w="114300" h="370205">
                <a:moveTo>
                  <a:pt x="68249" y="306746"/>
                </a:moveTo>
                <a:lnTo>
                  <a:pt x="57137" y="325801"/>
                </a:lnTo>
                <a:lnTo>
                  <a:pt x="66738" y="342264"/>
                </a:lnTo>
                <a:lnTo>
                  <a:pt x="68249" y="342264"/>
                </a:lnTo>
                <a:lnTo>
                  <a:pt x="68249" y="306746"/>
                </a:lnTo>
                <a:close/>
              </a:path>
              <a:path w="114300" h="370205">
                <a:moveTo>
                  <a:pt x="68249" y="0"/>
                </a:moveTo>
                <a:lnTo>
                  <a:pt x="46024" y="0"/>
                </a:lnTo>
                <a:lnTo>
                  <a:pt x="46024" y="306746"/>
                </a:lnTo>
                <a:lnTo>
                  <a:pt x="57137" y="325801"/>
                </a:lnTo>
                <a:lnTo>
                  <a:pt x="68249" y="306746"/>
                </a:lnTo>
                <a:lnTo>
                  <a:pt x="68249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>
            <p:custDataLst>
              <p:tags r:id="rId3"/>
            </p:custDataLst>
          </p:nvPr>
        </p:nvSpPr>
        <p:spPr>
          <a:xfrm>
            <a:off x="1010602" y="2931541"/>
            <a:ext cx="371475" cy="1539875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83820" marR="76200" algn="just">
              <a:lnSpc>
                <a:spcPct val="100000"/>
              </a:lnSpc>
            </a:pPr>
            <a:r>
              <a:rPr sz="1600" spc="-50" dirty="0">
                <a:solidFill>
                  <a:srgbClr val="6F2F9F"/>
                </a:solidFill>
                <a:latin typeface="PMingLiU"/>
                <a:cs typeface="PMingLiU"/>
              </a:rPr>
              <a:t>基本概念</a:t>
            </a:r>
            <a:endParaRPr sz="1600">
              <a:latin typeface="PMingLiU"/>
              <a:cs typeface="PMingLiU"/>
            </a:endParaRPr>
          </a:p>
        </p:txBody>
      </p:sp>
      <p:sp>
        <p:nvSpPr>
          <p:cNvPr id="8" name="object 8"/>
          <p:cNvSpPr txBox="1"/>
          <p:nvPr>
            <p:custDataLst>
              <p:tags r:id="rId4"/>
            </p:custDataLst>
          </p:nvPr>
        </p:nvSpPr>
        <p:spPr>
          <a:xfrm>
            <a:off x="1748790" y="2934716"/>
            <a:ext cx="320675" cy="1539875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9055" marR="50800" algn="just">
              <a:lnSpc>
                <a:spcPct val="100000"/>
              </a:lnSpc>
            </a:pPr>
            <a:r>
              <a:rPr sz="1600" spc="-50" dirty="0">
                <a:solidFill>
                  <a:srgbClr val="6F2F9F"/>
                </a:solidFill>
                <a:latin typeface="PMingLiU"/>
                <a:cs typeface="PMingLiU"/>
              </a:rPr>
              <a:t>图像增强</a:t>
            </a:r>
            <a:endParaRPr sz="1600">
              <a:latin typeface="PMingLiU"/>
              <a:cs typeface="PMingLiU"/>
            </a:endParaRPr>
          </a:p>
        </p:txBody>
      </p:sp>
      <p:sp>
        <p:nvSpPr>
          <p:cNvPr id="9" name="object 9"/>
          <p:cNvSpPr txBox="1"/>
          <p:nvPr>
            <p:custDataLst>
              <p:tags r:id="rId5"/>
            </p:custDataLst>
          </p:nvPr>
        </p:nvSpPr>
        <p:spPr>
          <a:xfrm>
            <a:off x="2563241" y="2942590"/>
            <a:ext cx="355600" cy="1524000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marL="76200" marR="67945" algn="just">
              <a:lnSpc>
                <a:spcPct val="100000"/>
              </a:lnSpc>
              <a:spcBef>
                <a:spcPts val="1020"/>
              </a:spcBef>
            </a:pPr>
            <a:r>
              <a:rPr sz="1600" spc="-50" dirty="0">
                <a:solidFill>
                  <a:srgbClr val="6F2F9F"/>
                </a:solidFill>
                <a:latin typeface="PMingLiU"/>
                <a:cs typeface="PMingLiU"/>
              </a:rPr>
              <a:t>形态学处理</a:t>
            </a:r>
            <a:endParaRPr sz="160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>
            <p:custDataLst>
              <p:tags r:id="rId6"/>
            </p:custDataLst>
          </p:nvPr>
        </p:nvSpPr>
        <p:spPr>
          <a:xfrm>
            <a:off x="5101590" y="2914015"/>
            <a:ext cx="358775" cy="1538605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78105" marR="69215" algn="just">
              <a:lnSpc>
                <a:spcPct val="100000"/>
              </a:lnSpc>
            </a:pPr>
            <a:r>
              <a:rPr sz="1600" spc="-50" dirty="0">
                <a:solidFill>
                  <a:srgbClr val="6F2F9F"/>
                </a:solidFill>
                <a:latin typeface="PMingLiU"/>
                <a:cs typeface="PMingLiU"/>
              </a:rPr>
              <a:t>基本概念</a:t>
            </a:r>
            <a:endParaRPr sz="1600">
              <a:latin typeface="PMingLiU"/>
              <a:cs typeface="PMingLiU"/>
            </a:endParaRPr>
          </a:p>
        </p:txBody>
      </p:sp>
      <p:sp>
        <p:nvSpPr>
          <p:cNvPr id="11" name="object 11"/>
          <p:cNvSpPr txBox="1"/>
          <p:nvPr>
            <p:custDataLst>
              <p:tags r:id="rId7"/>
            </p:custDataLst>
          </p:nvPr>
        </p:nvSpPr>
        <p:spPr>
          <a:xfrm>
            <a:off x="6962140" y="2920365"/>
            <a:ext cx="396875" cy="1570355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7155" marR="89535" algn="just">
              <a:lnSpc>
                <a:spcPct val="100000"/>
              </a:lnSpc>
              <a:spcBef>
                <a:spcPts val="300"/>
              </a:spcBef>
            </a:pPr>
            <a:r>
              <a:rPr sz="1600" spc="-50" dirty="0">
                <a:solidFill>
                  <a:srgbClr val="6F2F9F"/>
                </a:solidFill>
                <a:latin typeface="PMingLiU"/>
                <a:cs typeface="PMingLiU"/>
              </a:rPr>
              <a:t>人工神经网络</a:t>
            </a:r>
            <a:endParaRPr sz="160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>
            <p:custDataLst>
              <p:tags r:id="rId8"/>
            </p:custDataLst>
          </p:nvPr>
        </p:nvSpPr>
        <p:spPr>
          <a:xfrm>
            <a:off x="7894066" y="2914015"/>
            <a:ext cx="341630" cy="1570355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69850" marR="60325" algn="just">
              <a:lnSpc>
                <a:spcPct val="100000"/>
              </a:lnSpc>
              <a:spcBef>
                <a:spcPts val="300"/>
              </a:spcBef>
            </a:pPr>
            <a:r>
              <a:rPr sz="1600" spc="-50" dirty="0">
                <a:solidFill>
                  <a:srgbClr val="6F2F9F"/>
                </a:solidFill>
                <a:latin typeface="PMingLiU"/>
                <a:cs typeface="PMingLiU"/>
              </a:rPr>
              <a:t>深度学习导论</a:t>
            </a:r>
            <a:endParaRPr sz="1600">
              <a:latin typeface="PMingLiU"/>
              <a:cs typeface="PMingLiU"/>
            </a:endParaRPr>
          </a:p>
        </p:txBody>
      </p:sp>
      <p:sp>
        <p:nvSpPr>
          <p:cNvPr id="13" name="object 13"/>
          <p:cNvSpPr/>
          <p:nvPr>
            <p:custDataLst>
              <p:tags r:id="rId9"/>
            </p:custDataLst>
          </p:nvPr>
        </p:nvSpPr>
        <p:spPr>
          <a:xfrm>
            <a:off x="5266690" y="2533015"/>
            <a:ext cx="2797175" cy="12700"/>
          </a:xfrm>
          <a:custGeom>
            <a:avLst/>
            <a:gdLst/>
            <a:ahLst/>
            <a:cxnLst/>
            <a:rect l="l" t="t" r="r" b="b"/>
            <a:pathLst>
              <a:path w="2797175" h="12700">
                <a:moveTo>
                  <a:pt x="0" y="12700"/>
                </a:moveTo>
                <a:lnTo>
                  <a:pt x="2797175" y="0"/>
                </a:lnTo>
              </a:path>
            </a:pathLst>
          </a:custGeom>
          <a:ln w="2222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>
            <p:custDataLst>
              <p:tags r:id="rId10"/>
            </p:custDataLst>
          </p:nvPr>
        </p:nvSpPr>
        <p:spPr>
          <a:xfrm>
            <a:off x="5993765" y="2922016"/>
            <a:ext cx="365125" cy="1554480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160020" rIns="0" bIns="0" rtlCol="0">
            <a:spAutoFit/>
          </a:bodyPr>
          <a:lstStyle/>
          <a:p>
            <a:pPr marL="81280" marR="72390" algn="just">
              <a:lnSpc>
                <a:spcPct val="100000"/>
              </a:lnSpc>
              <a:spcBef>
                <a:spcPts val="1260"/>
              </a:spcBef>
            </a:pPr>
            <a:r>
              <a:rPr sz="1600" spc="-50" dirty="0">
                <a:solidFill>
                  <a:srgbClr val="6F2F9F"/>
                </a:solidFill>
                <a:latin typeface="PMingLiU"/>
                <a:cs typeface="PMingLiU"/>
              </a:rPr>
              <a:t>贝叶斯决策</a:t>
            </a:r>
            <a:endParaRPr sz="1600">
              <a:latin typeface="PMingLiU"/>
              <a:cs typeface="PMingLiU"/>
            </a:endParaRPr>
          </a:p>
        </p:txBody>
      </p:sp>
      <p:sp>
        <p:nvSpPr>
          <p:cNvPr id="15" name="object 15"/>
          <p:cNvSpPr txBox="1"/>
          <p:nvPr>
            <p:custDataLst>
              <p:tags r:id="rId11"/>
            </p:custDataLst>
          </p:nvPr>
        </p:nvSpPr>
        <p:spPr>
          <a:xfrm>
            <a:off x="3296666" y="2942590"/>
            <a:ext cx="319405" cy="1524000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7785" marR="50165" algn="just">
              <a:lnSpc>
                <a:spcPct val="100000"/>
              </a:lnSpc>
            </a:pPr>
            <a:r>
              <a:rPr sz="1600" spc="-50" dirty="0">
                <a:solidFill>
                  <a:srgbClr val="6F2F9F"/>
                </a:solidFill>
                <a:latin typeface="PMingLiU"/>
                <a:cs typeface="PMingLiU"/>
              </a:rPr>
              <a:t>图像分割</a:t>
            </a:r>
            <a:endParaRPr sz="1600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>
            <p:custDataLst>
              <p:tags r:id="rId12"/>
            </p:custDataLst>
          </p:nvPr>
        </p:nvSpPr>
        <p:spPr>
          <a:xfrm>
            <a:off x="3938016" y="2942590"/>
            <a:ext cx="319405" cy="1524000"/>
          </a:xfrm>
          <a:prstGeom prst="rect">
            <a:avLst/>
          </a:prstGeom>
          <a:ln w="9525">
            <a:solidFill>
              <a:srgbClr val="6F2F9F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58420" marR="49530" algn="just">
              <a:lnSpc>
                <a:spcPct val="100000"/>
              </a:lnSpc>
            </a:pPr>
            <a:r>
              <a:rPr sz="1600" spc="-50" dirty="0">
                <a:solidFill>
                  <a:srgbClr val="6F2F9F"/>
                </a:solidFill>
                <a:latin typeface="PMingLiU"/>
                <a:cs typeface="PMingLiU"/>
              </a:rPr>
              <a:t>图像识别</a:t>
            </a:r>
            <a:endParaRPr sz="1600">
              <a:latin typeface="PMingLiU"/>
              <a:cs typeface="PMingLiU"/>
            </a:endParaRPr>
          </a:p>
        </p:txBody>
      </p:sp>
      <p:grpSp>
        <p:nvGrpSpPr>
          <p:cNvPr id="19" name="object 17"/>
          <p:cNvGrpSpPr/>
          <p:nvPr/>
        </p:nvGrpSpPr>
        <p:grpSpPr>
          <a:xfrm>
            <a:off x="142558" y="1636458"/>
            <a:ext cx="9133205" cy="1279525"/>
            <a:chOff x="11113" y="870013"/>
            <a:chExt cx="9133205" cy="1279525"/>
          </a:xfrm>
        </p:grpSpPr>
        <p:sp>
          <p:nvSpPr>
            <p:cNvPr id="20" name="object 18"/>
            <p:cNvSpPr/>
            <p:nvPr>
              <p:custDataLst>
                <p:tags r:id="rId13"/>
              </p:custDataLst>
            </p:nvPr>
          </p:nvSpPr>
          <p:spPr>
            <a:xfrm>
              <a:off x="1019175" y="1752600"/>
              <a:ext cx="2932430" cy="0"/>
            </a:xfrm>
            <a:custGeom>
              <a:avLst/>
              <a:gdLst/>
              <a:ahLst/>
              <a:cxnLst/>
              <a:rect l="l" t="t" r="r" b="b"/>
              <a:pathLst>
                <a:path w="2932429">
                  <a:moveTo>
                    <a:pt x="0" y="0"/>
                  </a:moveTo>
                  <a:lnTo>
                    <a:pt x="2932176" y="0"/>
                  </a:lnTo>
                </a:path>
              </a:pathLst>
            </a:custGeom>
            <a:ln w="2222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9"/>
            <p:cNvSpPr/>
            <p:nvPr>
              <p:custDataLst>
                <p:tags r:id="rId14"/>
              </p:custDataLst>
            </p:nvPr>
          </p:nvSpPr>
          <p:spPr>
            <a:xfrm>
              <a:off x="2595625" y="1405000"/>
              <a:ext cx="3892550" cy="347980"/>
            </a:xfrm>
            <a:custGeom>
              <a:avLst/>
              <a:gdLst/>
              <a:ahLst/>
              <a:cxnLst/>
              <a:rect l="l" t="t" r="r" b="b"/>
              <a:pathLst>
                <a:path w="3892550" h="347980">
                  <a:moveTo>
                    <a:pt x="0" y="0"/>
                  </a:moveTo>
                  <a:lnTo>
                    <a:pt x="0" y="347599"/>
                  </a:lnTo>
                </a:path>
                <a:path w="3892550" h="347980">
                  <a:moveTo>
                    <a:pt x="3892550" y="0"/>
                  </a:moveTo>
                  <a:lnTo>
                    <a:pt x="3892550" y="334899"/>
                  </a:lnTo>
                </a:path>
              </a:pathLst>
            </a:custGeom>
            <a:ln w="25400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0"/>
            <p:cNvSpPr/>
            <p:nvPr>
              <p:custDataLst>
                <p:tags r:id="rId15"/>
              </p:custDataLst>
            </p:nvPr>
          </p:nvSpPr>
          <p:spPr>
            <a:xfrm>
              <a:off x="1706625" y="1733549"/>
              <a:ext cx="6269355" cy="415925"/>
            </a:xfrm>
            <a:custGeom>
              <a:avLst/>
              <a:gdLst/>
              <a:ahLst/>
              <a:cxnLst/>
              <a:rect l="l" t="t" r="r" b="b"/>
              <a:pathLst>
                <a:path w="6269355" h="415925">
                  <a:moveTo>
                    <a:pt x="114173" y="310134"/>
                  </a:moveTo>
                  <a:lnTo>
                    <a:pt x="112395" y="303276"/>
                  </a:lnTo>
                  <a:lnTo>
                    <a:pt x="101854" y="297053"/>
                  </a:lnTo>
                  <a:lnTo>
                    <a:pt x="94996" y="298831"/>
                  </a:lnTo>
                  <a:lnTo>
                    <a:pt x="91948" y="304165"/>
                  </a:lnTo>
                  <a:lnTo>
                    <a:pt x="68199" y="344881"/>
                  </a:lnTo>
                  <a:lnTo>
                    <a:pt x="68199" y="38100"/>
                  </a:lnTo>
                  <a:lnTo>
                    <a:pt x="45974" y="38100"/>
                  </a:lnTo>
                  <a:lnTo>
                    <a:pt x="45974" y="344881"/>
                  </a:lnTo>
                  <a:lnTo>
                    <a:pt x="22225" y="304165"/>
                  </a:lnTo>
                  <a:lnTo>
                    <a:pt x="19177" y="298831"/>
                  </a:lnTo>
                  <a:lnTo>
                    <a:pt x="12319" y="297053"/>
                  </a:lnTo>
                  <a:lnTo>
                    <a:pt x="1778" y="303276"/>
                  </a:lnTo>
                  <a:lnTo>
                    <a:pt x="0" y="310134"/>
                  </a:lnTo>
                  <a:lnTo>
                    <a:pt x="57150" y="408051"/>
                  </a:lnTo>
                  <a:lnTo>
                    <a:pt x="70015" y="385953"/>
                  </a:lnTo>
                  <a:lnTo>
                    <a:pt x="114173" y="310134"/>
                  </a:lnTo>
                  <a:close/>
                </a:path>
                <a:path w="6269355" h="415925">
                  <a:moveTo>
                    <a:pt x="961898" y="318008"/>
                  </a:moveTo>
                  <a:lnTo>
                    <a:pt x="960120" y="311277"/>
                  </a:lnTo>
                  <a:lnTo>
                    <a:pt x="954913" y="308102"/>
                  </a:lnTo>
                  <a:lnTo>
                    <a:pt x="949579" y="305054"/>
                  </a:lnTo>
                  <a:lnTo>
                    <a:pt x="942721" y="306832"/>
                  </a:lnTo>
                  <a:lnTo>
                    <a:pt x="939673" y="312166"/>
                  </a:lnTo>
                  <a:lnTo>
                    <a:pt x="915924" y="352882"/>
                  </a:lnTo>
                  <a:lnTo>
                    <a:pt x="915924" y="45974"/>
                  </a:lnTo>
                  <a:lnTo>
                    <a:pt x="893699" y="45974"/>
                  </a:lnTo>
                  <a:lnTo>
                    <a:pt x="893699" y="352882"/>
                  </a:lnTo>
                  <a:lnTo>
                    <a:pt x="869950" y="312166"/>
                  </a:lnTo>
                  <a:lnTo>
                    <a:pt x="866902" y="306832"/>
                  </a:lnTo>
                  <a:lnTo>
                    <a:pt x="860044" y="305054"/>
                  </a:lnTo>
                  <a:lnTo>
                    <a:pt x="854710" y="308102"/>
                  </a:lnTo>
                  <a:lnTo>
                    <a:pt x="849503" y="311277"/>
                  </a:lnTo>
                  <a:lnTo>
                    <a:pt x="847725" y="318008"/>
                  </a:lnTo>
                  <a:lnTo>
                    <a:pt x="850773" y="323342"/>
                  </a:lnTo>
                  <a:lnTo>
                    <a:pt x="904875" y="415925"/>
                  </a:lnTo>
                  <a:lnTo>
                    <a:pt x="917676" y="393954"/>
                  </a:lnTo>
                  <a:lnTo>
                    <a:pt x="958850" y="323342"/>
                  </a:lnTo>
                  <a:lnTo>
                    <a:pt x="961898" y="318008"/>
                  </a:lnTo>
                  <a:close/>
                </a:path>
                <a:path w="6269355" h="415925">
                  <a:moveTo>
                    <a:pt x="1650873" y="303784"/>
                  </a:moveTo>
                  <a:lnTo>
                    <a:pt x="1649095" y="296926"/>
                  </a:lnTo>
                  <a:lnTo>
                    <a:pt x="1638554" y="290703"/>
                  </a:lnTo>
                  <a:lnTo>
                    <a:pt x="1631696" y="292481"/>
                  </a:lnTo>
                  <a:lnTo>
                    <a:pt x="1628648" y="297815"/>
                  </a:lnTo>
                  <a:lnTo>
                    <a:pt x="1604899" y="338531"/>
                  </a:lnTo>
                  <a:lnTo>
                    <a:pt x="1604899" y="31750"/>
                  </a:lnTo>
                  <a:lnTo>
                    <a:pt x="1582674" y="31750"/>
                  </a:lnTo>
                  <a:lnTo>
                    <a:pt x="1582674" y="338531"/>
                  </a:lnTo>
                  <a:lnTo>
                    <a:pt x="1558925" y="297815"/>
                  </a:lnTo>
                  <a:lnTo>
                    <a:pt x="1555877" y="292481"/>
                  </a:lnTo>
                  <a:lnTo>
                    <a:pt x="1549019" y="290703"/>
                  </a:lnTo>
                  <a:lnTo>
                    <a:pt x="1538478" y="296926"/>
                  </a:lnTo>
                  <a:lnTo>
                    <a:pt x="1536700" y="303784"/>
                  </a:lnTo>
                  <a:lnTo>
                    <a:pt x="1593850" y="401701"/>
                  </a:lnTo>
                  <a:lnTo>
                    <a:pt x="1606715" y="379603"/>
                  </a:lnTo>
                  <a:lnTo>
                    <a:pt x="1650873" y="303784"/>
                  </a:lnTo>
                  <a:close/>
                </a:path>
                <a:path w="6269355" h="415925">
                  <a:moveTo>
                    <a:pt x="2301748" y="303784"/>
                  </a:moveTo>
                  <a:lnTo>
                    <a:pt x="2299970" y="296926"/>
                  </a:lnTo>
                  <a:lnTo>
                    <a:pt x="2289429" y="290703"/>
                  </a:lnTo>
                  <a:lnTo>
                    <a:pt x="2282571" y="292481"/>
                  </a:lnTo>
                  <a:lnTo>
                    <a:pt x="2279523" y="297815"/>
                  </a:lnTo>
                  <a:lnTo>
                    <a:pt x="2255774" y="338531"/>
                  </a:lnTo>
                  <a:lnTo>
                    <a:pt x="2255774" y="31750"/>
                  </a:lnTo>
                  <a:lnTo>
                    <a:pt x="2233549" y="31750"/>
                  </a:lnTo>
                  <a:lnTo>
                    <a:pt x="2233549" y="338531"/>
                  </a:lnTo>
                  <a:lnTo>
                    <a:pt x="2209800" y="297815"/>
                  </a:lnTo>
                  <a:lnTo>
                    <a:pt x="2206752" y="292481"/>
                  </a:lnTo>
                  <a:lnTo>
                    <a:pt x="2199894" y="290703"/>
                  </a:lnTo>
                  <a:lnTo>
                    <a:pt x="2189353" y="296926"/>
                  </a:lnTo>
                  <a:lnTo>
                    <a:pt x="2187575" y="303784"/>
                  </a:lnTo>
                  <a:lnTo>
                    <a:pt x="2244725" y="401701"/>
                  </a:lnTo>
                  <a:lnTo>
                    <a:pt x="2257590" y="379603"/>
                  </a:lnTo>
                  <a:lnTo>
                    <a:pt x="2301748" y="303784"/>
                  </a:lnTo>
                  <a:close/>
                </a:path>
                <a:path w="6269355" h="415925">
                  <a:moveTo>
                    <a:pt x="3487674" y="291084"/>
                  </a:moveTo>
                  <a:lnTo>
                    <a:pt x="3485896" y="284226"/>
                  </a:lnTo>
                  <a:lnTo>
                    <a:pt x="3480562" y="281178"/>
                  </a:lnTo>
                  <a:lnTo>
                    <a:pt x="3475228" y="278003"/>
                  </a:lnTo>
                  <a:lnTo>
                    <a:pt x="3468497" y="279781"/>
                  </a:lnTo>
                  <a:lnTo>
                    <a:pt x="3465322" y="285115"/>
                  </a:lnTo>
                  <a:lnTo>
                    <a:pt x="3441700" y="325615"/>
                  </a:lnTo>
                  <a:lnTo>
                    <a:pt x="3441573" y="366903"/>
                  </a:lnTo>
                  <a:lnTo>
                    <a:pt x="3441573" y="361315"/>
                  </a:lnTo>
                  <a:lnTo>
                    <a:pt x="3441573" y="325831"/>
                  </a:lnTo>
                  <a:lnTo>
                    <a:pt x="3441573" y="19050"/>
                  </a:lnTo>
                  <a:lnTo>
                    <a:pt x="3419348" y="19050"/>
                  </a:lnTo>
                  <a:lnTo>
                    <a:pt x="3419475" y="325831"/>
                  </a:lnTo>
                  <a:lnTo>
                    <a:pt x="3419348" y="366903"/>
                  </a:lnTo>
                  <a:lnTo>
                    <a:pt x="3419348" y="325615"/>
                  </a:lnTo>
                  <a:lnTo>
                    <a:pt x="3395726" y="285115"/>
                  </a:lnTo>
                  <a:lnTo>
                    <a:pt x="3392551" y="279781"/>
                  </a:lnTo>
                  <a:lnTo>
                    <a:pt x="3385820" y="278003"/>
                  </a:lnTo>
                  <a:lnTo>
                    <a:pt x="3380486" y="281178"/>
                  </a:lnTo>
                  <a:lnTo>
                    <a:pt x="3375152" y="284226"/>
                  </a:lnTo>
                  <a:lnTo>
                    <a:pt x="3373374" y="291084"/>
                  </a:lnTo>
                  <a:lnTo>
                    <a:pt x="3430524" y="389001"/>
                  </a:lnTo>
                  <a:lnTo>
                    <a:pt x="3443414" y="366903"/>
                  </a:lnTo>
                  <a:lnTo>
                    <a:pt x="3487674" y="291084"/>
                  </a:lnTo>
                  <a:close/>
                </a:path>
                <a:path w="6269355" h="415925">
                  <a:moveTo>
                    <a:pt x="4381373" y="310134"/>
                  </a:moveTo>
                  <a:lnTo>
                    <a:pt x="4379595" y="303276"/>
                  </a:lnTo>
                  <a:lnTo>
                    <a:pt x="4369054" y="297053"/>
                  </a:lnTo>
                  <a:lnTo>
                    <a:pt x="4362196" y="298831"/>
                  </a:lnTo>
                  <a:lnTo>
                    <a:pt x="4359148" y="304165"/>
                  </a:lnTo>
                  <a:lnTo>
                    <a:pt x="4335399" y="344881"/>
                  </a:lnTo>
                  <a:lnTo>
                    <a:pt x="4335399" y="38100"/>
                  </a:lnTo>
                  <a:lnTo>
                    <a:pt x="4313174" y="38100"/>
                  </a:lnTo>
                  <a:lnTo>
                    <a:pt x="4313174" y="344881"/>
                  </a:lnTo>
                  <a:lnTo>
                    <a:pt x="4289425" y="304165"/>
                  </a:lnTo>
                  <a:lnTo>
                    <a:pt x="4286377" y="298831"/>
                  </a:lnTo>
                  <a:lnTo>
                    <a:pt x="4279519" y="297053"/>
                  </a:lnTo>
                  <a:lnTo>
                    <a:pt x="4268978" y="303276"/>
                  </a:lnTo>
                  <a:lnTo>
                    <a:pt x="4267200" y="310134"/>
                  </a:lnTo>
                  <a:lnTo>
                    <a:pt x="4324223" y="408051"/>
                  </a:lnTo>
                  <a:lnTo>
                    <a:pt x="4337113" y="385953"/>
                  </a:lnTo>
                  <a:lnTo>
                    <a:pt x="4381373" y="310134"/>
                  </a:lnTo>
                  <a:close/>
                </a:path>
                <a:path w="6269355" h="415925">
                  <a:moveTo>
                    <a:pt x="5375148" y="272034"/>
                  </a:moveTo>
                  <a:lnTo>
                    <a:pt x="5373370" y="265176"/>
                  </a:lnTo>
                  <a:lnTo>
                    <a:pt x="5362829" y="258953"/>
                  </a:lnTo>
                  <a:lnTo>
                    <a:pt x="5355971" y="260731"/>
                  </a:lnTo>
                  <a:lnTo>
                    <a:pt x="5352923" y="266065"/>
                  </a:lnTo>
                  <a:lnTo>
                    <a:pt x="5329174" y="306781"/>
                  </a:lnTo>
                  <a:lnTo>
                    <a:pt x="5329174" y="0"/>
                  </a:lnTo>
                  <a:lnTo>
                    <a:pt x="5306949" y="0"/>
                  </a:lnTo>
                  <a:lnTo>
                    <a:pt x="5306949" y="306781"/>
                  </a:lnTo>
                  <a:lnTo>
                    <a:pt x="5283200" y="266065"/>
                  </a:lnTo>
                  <a:lnTo>
                    <a:pt x="5280152" y="260731"/>
                  </a:lnTo>
                  <a:lnTo>
                    <a:pt x="5273294" y="258953"/>
                  </a:lnTo>
                  <a:lnTo>
                    <a:pt x="5262753" y="265176"/>
                  </a:lnTo>
                  <a:lnTo>
                    <a:pt x="5260975" y="272034"/>
                  </a:lnTo>
                  <a:lnTo>
                    <a:pt x="5317998" y="369951"/>
                  </a:lnTo>
                  <a:lnTo>
                    <a:pt x="5330888" y="347853"/>
                  </a:lnTo>
                  <a:lnTo>
                    <a:pt x="5375148" y="272034"/>
                  </a:lnTo>
                  <a:close/>
                </a:path>
                <a:path w="6269355" h="415925">
                  <a:moveTo>
                    <a:pt x="6268974" y="284734"/>
                  </a:moveTo>
                  <a:lnTo>
                    <a:pt x="6267196" y="277876"/>
                  </a:lnTo>
                  <a:lnTo>
                    <a:pt x="6261862" y="274828"/>
                  </a:lnTo>
                  <a:lnTo>
                    <a:pt x="6256528" y="271653"/>
                  </a:lnTo>
                  <a:lnTo>
                    <a:pt x="6249797" y="273431"/>
                  </a:lnTo>
                  <a:lnTo>
                    <a:pt x="6246622" y="278765"/>
                  </a:lnTo>
                  <a:lnTo>
                    <a:pt x="6223000" y="319265"/>
                  </a:lnTo>
                  <a:lnTo>
                    <a:pt x="6222873" y="360553"/>
                  </a:lnTo>
                  <a:lnTo>
                    <a:pt x="6222873" y="354965"/>
                  </a:lnTo>
                  <a:lnTo>
                    <a:pt x="6222873" y="319481"/>
                  </a:lnTo>
                  <a:lnTo>
                    <a:pt x="6222873" y="12700"/>
                  </a:lnTo>
                  <a:lnTo>
                    <a:pt x="6200648" y="12700"/>
                  </a:lnTo>
                  <a:lnTo>
                    <a:pt x="6200775" y="319481"/>
                  </a:lnTo>
                  <a:lnTo>
                    <a:pt x="6200648" y="360553"/>
                  </a:lnTo>
                  <a:lnTo>
                    <a:pt x="6200648" y="319265"/>
                  </a:lnTo>
                  <a:lnTo>
                    <a:pt x="6177026" y="278765"/>
                  </a:lnTo>
                  <a:lnTo>
                    <a:pt x="6173851" y="273431"/>
                  </a:lnTo>
                  <a:lnTo>
                    <a:pt x="6167120" y="271653"/>
                  </a:lnTo>
                  <a:lnTo>
                    <a:pt x="6161786" y="274828"/>
                  </a:lnTo>
                  <a:lnTo>
                    <a:pt x="6156452" y="277876"/>
                  </a:lnTo>
                  <a:lnTo>
                    <a:pt x="6154674" y="284734"/>
                  </a:lnTo>
                  <a:lnTo>
                    <a:pt x="6211824" y="382651"/>
                  </a:lnTo>
                  <a:lnTo>
                    <a:pt x="6224714" y="360553"/>
                  </a:lnTo>
                  <a:lnTo>
                    <a:pt x="6268974" y="28473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1"/>
            <p:cNvSpPr/>
            <p:nvPr>
              <p:custDataLst>
                <p:tags r:id="rId16"/>
              </p:custDataLst>
            </p:nvPr>
          </p:nvSpPr>
          <p:spPr>
            <a:xfrm>
              <a:off x="11113" y="870013"/>
              <a:ext cx="9133205" cy="46355"/>
            </a:xfrm>
            <a:custGeom>
              <a:avLst/>
              <a:gdLst/>
              <a:ahLst/>
              <a:cxnLst/>
              <a:rect l="l" t="t" r="r" b="b"/>
              <a:pathLst>
                <a:path w="9133205" h="46355">
                  <a:moveTo>
                    <a:pt x="9132886" y="0"/>
                  </a:moveTo>
                  <a:lnTo>
                    <a:pt x="0" y="0"/>
                  </a:lnTo>
                  <a:lnTo>
                    <a:pt x="0" y="46037"/>
                  </a:lnTo>
                  <a:lnTo>
                    <a:pt x="9132886" y="46037"/>
                  </a:lnTo>
                  <a:lnTo>
                    <a:pt x="9132886" y="0"/>
                  </a:lnTo>
                  <a:close/>
                </a:path>
              </a:pathLst>
            </a:custGeom>
            <a:solidFill>
              <a:srgbClr val="C5D9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7" name="墨迹 16"/>
              <p14:cNvContentPartPr/>
              <p14:nvPr/>
            </p14:nvContentPartPr>
            <p14:xfrm>
              <a:off x="2464200" y="1841760"/>
              <a:ext cx="1721520" cy="203292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454840" y="1832400"/>
                <a:ext cx="1740240" cy="2051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100" y="539115"/>
            <a:ext cx="486092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3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. 课程主要内容？</a:t>
            </a:r>
            <a:endParaRPr lang="zh-CN" altLang="en-US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00386" y="1557586"/>
            <a:ext cx="18004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课程章节安排</a:t>
            </a:r>
            <a:endParaRPr lang="en-US" altLang="zh-CN" dirty="0" smtClean="0"/>
          </a:p>
          <a:p>
            <a:r>
              <a:rPr lang="zh-CN" altLang="en-US" dirty="0" smtClean="0"/>
              <a:t>以及考核标准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1805296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100" y="539115"/>
            <a:ext cx="486092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3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. 课程主要内容？</a:t>
            </a:r>
            <a:endParaRPr lang="zh-CN" altLang="en-US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00386" y="1557586"/>
            <a:ext cx="215315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OpenCV</a:t>
            </a:r>
            <a:r>
              <a:rPr lang="zh-CN" altLang="en-US" dirty="0" smtClean="0"/>
              <a:t>参考资料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972394" y="2205658"/>
            <a:ext cx="7323480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线上教程：</a:t>
            </a:r>
            <a:endParaRPr lang="en-US" altLang="zh-CN" dirty="0" smtClean="0"/>
          </a:p>
          <a:p>
            <a:r>
              <a:rPr lang="zh-CN" altLang="en-US" dirty="0" smtClean="0"/>
              <a:t>菜鸟教程</a:t>
            </a:r>
            <a:r>
              <a:rPr lang="en-US" altLang="zh-CN" dirty="0" smtClean="0">
                <a:hlinkClick r:id="rId3"/>
              </a:rPr>
              <a:t>https</a:t>
            </a:r>
            <a:r>
              <a:rPr lang="en-US" altLang="zh-CN" dirty="0">
                <a:hlinkClick r:id="rId3"/>
              </a:rPr>
              <a:t>://</a:t>
            </a:r>
            <a:r>
              <a:rPr lang="en-US" altLang="zh-CN" dirty="0" smtClean="0">
                <a:hlinkClick r:id="rId3"/>
              </a:rPr>
              <a:t>www.runoob.com/opencv/opencv-tutorial.html</a:t>
            </a:r>
            <a:endParaRPr lang="en-US" altLang="zh-CN" dirty="0" smtClean="0"/>
          </a:p>
          <a:p>
            <a:r>
              <a:rPr lang="en-US" altLang="zh-CN" dirty="0" err="1" smtClean="0"/>
              <a:t>Opencv</a:t>
            </a:r>
            <a:r>
              <a:rPr lang="zh-CN" altLang="en-US" dirty="0" smtClean="0"/>
              <a:t>官方文档</a:t>
            </a:r>
            <a:r>
              <a:rPr lang="en-US" altLang="zh-CN" dirty="0"/>
              <a:t>https://woshicver.com/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972394" y="3505423"/>
            <a:ext cx="32319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参考书籍：</a:t>
            </a:r>
            <a:endParaRPr lang="en-US" altLang="zh-CN" dirty="0" smtClean="0"/>
          </a:p>
          <a:p>
            <a:r>
              <a:rPr lang="en-US" altLang="zh-CN" dirty="0"/>
              <a:t>OpenCV3</a:t>
            </a:r>
            <a:r>
              <a:rPr lang="zh-CN" altLang="en-US" dirty="0"/>
              <a:t>编程入门</a:t>
            </a:r>
            <a:r>
              <a:rPr lang="en-US" altLang="zh-CN" dirty="0"/>
              <a:t>_</a:t>
            </a:r>
            <a:r>
              <a:rPr lang="zh-CN" altLang="en-US" dirty="0"/>
              <a:t>毛星云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9776883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100" y="539115"/>
            <a:ext cx="4860925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3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sym typeface="+mn-ea"/>
              </a:rPr>
              <a:t>. 课程主要内容？</a:t>
            </a:r>
            <a:endParaRPr lang="zh-CN" altLang="en-US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30" y="1485578"/>
            <a:ext cx="8086725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27555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标题层"/>
          <p:cNvSpPr txBox="1"/>
          <p:nvPr/>
        </p:nvSpPr>
        <p:spPr bwMode="auto">
          <a:xfrm>
            <a:off x="2180380" y="1736931"/>
            <a:ext cx="599564" cy="519511"/>
          </a:xfrm>
          <a:prstGeom prst="rect">
            <a:avLst/>
          </a:prstGeom>
          <a:noFill/>
          <a:effectLst/>
        </p:spPr>
        <p:txBody>
          <a:bodyPr wrap="square" lIns="91451" tIns="45725" rIns="91451" bIns="45725">
            <a:spAutoFit/>
          </a:bodyPr>
          <a:lstStyle/>
          <a:p>
            <a:pPr algn="ctr" defTabSz="914400">
              <a:defRPr/>
            </a:pPr>
            <a:r>
              <a:rPr lang="en-US" altLang="zh-CN" sz="277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1</a:t>
            </a:r>
            <a:endParaRPr lang="zh-CN" altLang="en-US" sz="2775" kern="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cxnSp>
        <p:nvCxnSpPr>
          <p:cNvPr id="71" name="直接连接符 70"/>
          <p:cNvCxnSpPr/>
          <p:nvPr/>
        </p:nvCxnSpPr>
        <p:spPr>
          <a:xfrm>
            <a:off x="2839809" y="1789898"/>
            <a:ext cx="0" cy="41756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</p:cxnSp>
      <p:sp>
        <p:nvSpPr>
          <p:cNvPr id="72" name="标题层"/>
          <p:cNvSpPr txBox="1"/>
          <p:nvPr/>
        </p:nvSpPr>
        <p:spPr bwMode="auto">
          <a:xfrm>
            <a:off x="2908279" y="1736931"/>
            <a:ext cx="3248690" cy="519511"/>
          </a:xfrm>
          <a:prstGeom prst="rect">
            <a:avLst/>
          </a:prstGeom>
          <a:noFill/>
          <a:effectLst/>
        </p:spPr>
        <p:txBody>
          <a:bodyPr wrap="square" lIns="91451" tIns="45725" rIns="91451" bIns="45725">
            <a:spAutoFit/>
          </a:bodyPr>
          <a:lstStyle/>
          <a:p>
            <a:pPr defTabSz="914400">
              <a:defRPr/>
            </a:pPr>
            <a:r>
              <a:rPr lang="zh-CN" altLang="zh-CN" sz="2775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数字图像的定义</a:t>
            </a:r>
            <a:endParaRPr lang="zh-CN" altLang="en-US" sz="2775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标题层"/>
          <p:cNvSpPr txBox="1"/>
          <p:nvPr/>
        </p:nvSpPr>
        <p:spPr bwMode="auto">
          <a:xfrm>
            <a:off x="2180380" y="2305368"/>
            <a:ext cx="599564" cy="519511"/>
          </a:xfrm>
          <a:prstGeom prst="rect">
            <a:avLst/>
          </a:prstGeom>
          <a:noFill/>
          <a:effectLst/>
        </p:spPr>
        <p:txBody>
          <a:bodyPr wrap="square" lIns="91451" tIns="45725" rIns="91451" bIns="45725">
            <a:spAutoFit/>
          </a:bodyPr>
          <a:lstStyle/>
          <a:p>
            <a:pPr algn="ctr" defTabSz="914400">
              <a:defRPr/>
            </a:pPr>
            <a:r>
              <a:rPr lang="en-US" altLang="zh-CN" sz="277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2</a:t>
            </a:r>
            <a:endParaRPr lang="zh-CN" altLang="en-US" sz="2775" kern="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2839809" y="2358335"/>
            <a:ext cx="0" cy="41756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</p:cxnSp>
      <p:sp>
        <p:nvSpPr>
          <p:cNvPr id="92" name="标题层"/>
          <p:cNvSpPr txBox="1"/>
          <p:nvPr/>
        </p:nvSpPr>
        <p:spPr bwMode="auto">
          <a:xfrm>
            <a:off x="2908279" y="2277666"/>
            <a:ext cx="3536723" cy="519511"/>
          </a:xfrm>
          <a:prstGeom prst="rect">
            <a:avLst/>
          </a:prstGeom>
          <a:noFill/>
          <a:effectLst/>
        </p:spPr>
        <p:txBody>
          <a:bodyPr wrap="square" lIns="91451" tIns="45725" rIns="91451" bIns="45725">
            <a:spAutoFit/>
          </a:bodyPr>
          <a:lstStyle/>
          <a:p>
            <a:pPr defTabSz="914400">
              <a:defRPr/>
            </a:pPr>
            <a:r>
              <a:rPr lang="zh-CN" altLang="zh-CN" sz="2775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数字图像的分类</a:t>
            </a:r>
            <a:endParaRPr lang="zh-CN" altLang="en-US" sz="2775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标题层"/>
          <p:cNvSpPr txBox="1"/>
          <p:nvPr/>
        </p:nvSpPr>
        <p:spPr bwMode="auto">
          <a:xfrm>
            <a:off x="2180380" y="2863031"/>
            <a:ext cx="599564" cy="519511"/>
          </a:xfrm>
          <a:prstGeom prst="rect">
            <a:avLst/>
          </a:prstGeom>
          <a:noFill/>
          <a:effectLst/>
        </p:spPr>
        <p:txBody>
          <a:bodyPr wrap="square" lIns="91451" tIns="45725" rIns="91451" bIns="45725">
            <a:spAutoFit/>
          </a:bodyPr>
          <a:lstStyle/>
          <a:p>
            <a:pPr algn="ctr" defTabSz="914400">
              <a:defRPr/>
            </a:pPr>
            <a:r>
              <a:rPr lang="en-US" altLang="zh-CN" sz="277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3</a:t>
            </a:r>
            <a:endParaRPr lang="zh-CN" altLang="en-US" sz="2775" kern="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cxnSp>
        <p:nvCxnSpPr>
          <p:cNvPr id="96" name="直接连接符 95"/>
          <p:cNvCxnSpPr/>
          <p:nvPr/>
        </p:nvCxnSpPr>
        <p:spPr>
          <a:xfrm>
            <a:off x="2839809" y="2915998"/>
            <a:ext cx="0" cy="41756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</p:cxnSp>
      <p:sp>
        <p:nvSpPr>
          <p:cNvPr id="97" name="标题层"/>
          <p:cNvSpPr txBox="1"/>
          <p:nvPr/>
        </p:nvSpPr>
        <p:spPr bwMode="auto">
          <a:xfrm>
            <a:off x="2908278" y="2863031"/>
            <a:ext cx="4184795" cy="519511"/>
          </a:xfrm>
          <a:prstGeom prst="rect">
            <a:avLst/>
          </a:prstGeom>
          <a:noFill/>
          <a:effectLst/>
        </p:spPr>
        <p:txBody>
          <a:bodyPr wrap="square" lIns="91451" tIns="45725" rIns="91451" bIns="45725">
            <a:spAutoFit/>
          </a:bodyPr>
          <a:lstStyle/>
          <a:p>
            <a:pPr defTabSz="914400">
              <a:defRPr/>
            </a:pPr>
            <a:r>
              <a:rPr lang="zh-CN" altLang="zh-CN" sz="2775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数字图像的表示与存储</a:t>
            </a:r>
            <a:endParaRPr lang="zh-CN" altLang="en-US" sz="2775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标题层"/>
          <p:cNvSpPr txBox="1"/>
          <p:nvPr/>
        </p:nvSpPr>
        <p:spPr bwMode="auto">
          <a:xfrm>
            <a:off x="2180380" y="3429794"/>
            <a:ext cx="599564" cy="519511"/>
          </a:xfrm>
          <a:prstGeom prst="rect">
            <a:avLst/>
          </a:prstGeom>
          <a:noFill/>
          <a:effectLst/>
        </p:spPr>
        <p:txBody>
          <a:bodyPr wrap="square" lIns="91451" tIns="45725" rIns="91451" bIns="45725">
            <a:spAutoFit/>
          </a:bodyPr>
          <a:lstStyle/>
          <a:p>
            <a:pPr algn="ctr" defTabSz="914400">
              <a:defRPr/>
            </a:pPr>
            <a:r>
              <a:rPr lang="en-US" altLang="zh-CN" sz="277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4</a:t>
            </a:r>
            <a:endParaRPr lang="zh-CN" altLang="en-US" sz="2775" kern="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cxnSp>
        <p:nvCxnSpPr>
          <p:cNvPr id="101" name="直接连接符 100"/>
          <p:cNvCxnSpPr/>
          <p:nvPr/>
        </p:nvCxnSpPr>
        <p:spPr>
          <a:xfrm>
            <a:off x="2839809" y="3482761"/>
            <a:ext cx="0" cy="41756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</p:cxnSp>
      <p:sp>
        <p:nvSpPr>
          <p:cNvPr id="102" name="标题层"/>
          <p:cNvSpPr txBox="1"/>
          <p:nvPr/>
        </p:nvSpPr>
        <p:spPr bwMode="auto">
          <a:xfrm>
            <a:off x="2908279" y="3429794"/>
            <a:ext cx="3248690" cy="519511"/>
          </a:xfrm>
          <a:prstGeom prst="rect">
            <a:avLst/>
          </a:prstGeom>
          <a:noFill/>
          <a:effectLst/>
        </p:spPr>
        <p:txBody>
          <a:bodyPr wrap="square" lIns="91451" tIns="45725" rIns="91451" bIns="45725">
            <a:spAutoFit/>
          </a:bodyPr>
          <a:lstStyle/>
          <a:p>
            <a:pPr defTabSz="914400">
              <a:defRPr/>
            </a:pPr>
            <a:r>
              <a:rPr lang="zh-CN" altLang="zh-CN" sz="2775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数字图像分辨率</a:t>
            </a:r>
            <a:endParaRPr lang="zh-CN" altLang="en-US" sz="2775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" y="856667"/>
            <a:ext cx="9146778" cy="844410"/>
          </a:xfrm>
          <a:prstGeom prst="rect">
            <a:avLst/>
          </a:prstGeom>
          <a:solidFill>
            <a:srgbClr val="319095"/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Calibri"/>
              <a:ea typeface="宋体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363438" y="1015776"/>
            <a:ext cx="2418715" cy="598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3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</a:t>
            </a:r>
            <a:r>
              <a:rPr lang="en-US" altLang="zh-CN" sz="33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3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" y="5819780"/>
            <a:ext cx="9145587" cy="183141"/>
            <a:chOff x="-42912" y="6615474"/>
            <a:chExt cx="12190412" cy="244114"/>
          </a:xfrm>
        </p:grpSpPr>
        <p:sp>
          <p:nvSpPr>
            <p:cNvPr id="24" name="六边形 23"/>
            <p:cNvSpPr/>
            <p:nvPr/>
          </p:nvSpPr>
          <p:spPr>
            <a:xfrm>
              <a:off x="-42912" y="6615474"/>
              <a:ext cx="3041773" cy="244114"/>
            </a:xfrm>
            <a:prstGeom prst="hexagon">
              <a:avLst/>
            </a:prstGeom>
            <a:solidFill>
              <a:srgbClr val="5FCA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66" tIns="45732" rIns="91466" bIns="45732" rtlCol="0" anchor="ctr"/>
            <a:lstStyle/>
            <a:p>
              <a:pPr algn="ctr"/>
              <a:endParaRPr lang="zh-CN" altLang="en-US" sz="1575"/>
            </a:p>
          </p:txBody>
        </p:sp>
        <p:sp>
          <p:nvSpPr>
            <p:cNvPr id="25" name="六边形 24"/>
            <p:cNvSpPr/>
            <p:nvPr/>
          </p:nvSpPr>
          <p:spPr>
            <a:xfrm>
              <a:off x="2998862" y="6615474"/>
              <a:ext cx="3063750" cy="244114"/>
            </a:xfrm>
            <a:prstGeom prst="hexagon">
              <a:avLst/>
            </a:prstGeom>
            <a:solidFill>
              <a:srgbClr val="A0BF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66" tIns="45732" rIns="91466" bIns="45732" rtlCol="0" anchor="ctr"/>
            <a:lstStyle/>
            <a:p>
              <a:pPr algn="ctr"/>
              <a:endParaRPr lang="zh-CN" altLang="en-US" sz="1575"/>
            </a:p>
          </p:txBody>
        </p:sp>
        <p:sp>
          <p:nvSpPr>
            <p:cNvPr id="26" name="六边形 25"/>
            <p:cNvSpPr/>
            <p:nvPr/>
          </p:nvSpPr>
          <p:spPr>
            <a:xfrm>
              <a:off x="6052294" y="6615474"/>
              <a:ext cx="3047603" cy="244114"/>
            </a:xfrm>
            <a:prstGeom prst="hexagon">
              <a:avLst/>
            </a:prstGeom>
            <a:solidFill>
              <a:srgbClr val="3190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66" tIns="45732" rIns="91466" bIns="45732" rtlCol="0" anchor="ctr"/>
            <a:lstStyle/>
            <a:p>
              <a:pPr algn="ctr"/>
              <a:endParaRPr lang="zh-CN" altLang="en-US" sz="1575"/>
            </a:p>
          </p:txBody>
        </p:sp>
        <p:sp>
          <p:nvSpPr>
            <p:cNvPr id="27" name="六边形 26"/>
            <p:cNvSpPr/>
            <p:nvPr/>
          </p:nvSpPr>
          <p:spPr>
            <a:xfrm>
              <a:off x="9099897" y="6615474"/>
              <a:ext cx="3047603" cy="244114"/>
            </a:xfrm>
            <a:prstGeom prst="hexagon">
              <a:avLst/>
            </a:prstGeom>
            <a:solidFill>
              <a:srgbClr val="F58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66" tIns="45732" rIns="91466" bIns="45732" rtlCol="0" anchor="ctr"/>
            <a:lstStyle/>
            <a:p>
              <a:pPr algn="ctr"/>
              <a:endParaRPr lang="zh-CN" altLang="en-US" sz="1575"/>
            </a:p>
          </p:txBody>
        </p:sp>
      </p:grpSp>
      <p:sp>
        <p:nvSpPr>
          <p:cNvPr id="29" name="标题层"/>
          <p:cNvSpPr txBox="1"/>
          <p:nvPr/>
        </p:nvSpPr>
        <p:spPr bwMode="auto">
          <a:xfrm>
            <a:off x="2180380" y="4005858"/>
            <a:ext cx="599564" cy="519511"/>
          </a:xfrm>
          <a:prstGeom prst="rect">
            <a:avLst/>
          </a:prstGeom>
          <a:noFill/>
          <a:effectLst/>
        </p:spPr>
        <p:txBody>
          <a:bodyPr wrap="square" lIns="91451" tIns="45725" rIns="91451" bIns="45725">
            <a:spAutoFit/>
          </a:bodyPr>
          <a:lstStyle/>
          <a:p>
            <a:pPr algn="ctr" defTabSz="914400">
              <a:defRPr/>
            </a:pPr>
            <a:r>
              <a:rPr lang="en-US" altLang="zh-CN" sz="277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5</a:t>
            </a:r>
            <a:endParaRPr lang="zh-CN" altLang="en-US" sz="2775" kern="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2839809" y="4058825"/>
            <a:ext cx="0" cy="41756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</p:cxnSp>
      <p:sp>
        <p:nvSpPr>
          <p:cNvPr id="33" name="标题层"/>
          <p:cNvSpPr txBox="1"/>
          <p:nvPr/>
        </p:nvSpPr>
        <p:spPr bwMode="auto">
          <a:xfrm>
            <a:off x="2908278" y="4028726"/>
            <a:ext cx="3248690" cy="519511"/>
          </a:xfrm>
          <a:prstGeom prst="rect">
            <a:avLst/>
          </a:prstGeom>
          <a:noFill/>
          <a:effectLst/>
        </p:spPr>
        <p:txBody>
          <a:bodyPr wrap="square" lIns="91451" tIns="45725" rIns="91451" bIns="45725">
            <a:spAutoFit/>
          </a:bodyPr>
          <a:lstStyle/>
          <a:p>
            <a:pPr defTabSz="914400">
              <a:defRPr/>
            </a:pPr>
            <a:r>
              <a:rPr lang="zh-CN" altLang="zh-CN" sz="2775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像素间基本关系</a:t>
            </a:r>
            <a:endParaRPr lang="zh-CN" altLang="en-US" sz="2775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标题层"/>
          <p:cNvSpPr txBox="1"/>
          <p:nvPr/>
        </p:nvSpPr>
        <p:spPr bwMode="auto">
          <a:xfrm>
            <a:off x="2180379" y="4595489"/>
            <a:ext cx="599564" cy="519511"/>
          </a:xfrm>
          <a:prstGeom prst="rect">
            <a:avLst/>
          </a:prstGeom>
          <a:noFill/>
          <a:effectLst/>
        </p:spPr>
        <p:txBody>
          <a:bodyPr wrap="square" lIns="91451" tIns="45725" rIns="91451" bIns="45725">
            <a:spAutoFit/>
          </a:bodyPr>
          <a:lstStyle/>
          <a:p>
            <a:pPr algn="ctr" defTabSz="914400">
              <a:defRPr/>
            </a:pPr>
            <a:r>
              <a:rPr lang="en-US" altLang="zh-CN" sz="2775" kern="0" dirty="0">
                <a:solidFill>
                  <a:prstClr val="black">
                    <a:lumMod val="65000"/>
                    <a:lumOff val="35000"/>
                  </a:prst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6</a:t>
            </a:r>
            <a:endParaRPr lang="zh-CN" altLang="en-US" sz="2775" kern="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2839808" y="4648456"/>
            <a:ext cx="0" cy="41756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</p:cxnSp>
      <p:sp>
        <p:nvSpPr>
          <p:cNvPr id="36" name="标题层"/>
          <p:cNvSpPr txBox="1"/>
          <p:nvPr/>
        </p:nvSpPr>
        <p:spPr bwMode="auto">
          <a:xfrm>
            <a:off x="2908278" y="4595489"/>
            <a:ext cx="3248690" cy="519511"/>
          </a:xfrm>
          <a:prstGeom prst="rect">
            <a:avLst/>
          </a:prstGeom>
          <a:noFill/>
          <a:effectLst/>
        </p:spPr>
        <p:txBody>
          <a:bodyPr wrap="square" lIns="91451" tIns="45725" rIns="91451" bIns="45725">
            <a:spAutoFit/>
          </a:bodyPr>
          <a:lstStyle/>
          <a:p>
            <a:pPr defTabSz="914400">
              <a:defRPr/>
            </a:pPr>
            <a:r>
              <a:rPr lang="zh-CN" altLang="zh-CN" sz="2775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距离度量</a:t>
            </a:r>
            <a:endParaRPr lang="zh-CN" altLang="en-US" sz="2775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50"/>
                            </p:stCondLst>
                            <p:childTnLst>
                              <p:par>
                                <p:cTn id="19" presetID="2" presetClass="entr" presetSubtype="8" decel="52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decel="52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250"/>
                            </p:stCondLst>
                            <p:childTnLst>
                              <p:par>
                                <p:cTn id="2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250"/>
                            </p:stCondLst>
                            <p:childTnLst>
                              <p:par>
                                <p:cTn id="34" presetID="2" presetClass="entr" presetSubtype="8" decel="52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decel="52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750"/>
                            </p:stCondLst>
                            <p:childTnLst>
                              <p:par>
                                <p:cTn id="49" presetID="2" presetClass="entr" presetSubtype="8" decel="52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52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4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250"/>
                            </p:stCondLst>
                            <p:childTnLst>
                              <p:par>
                                <p:cTn id="5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250"/>
                            </p:stCondLst>
                            <p:childTnLst>
                              <p:par>
                                <p:cTn id="64" presetID="2" presetClass="entr" presetSubtype="8" decel="52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52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750"/>
                            </p:stCondLst>
                            <p:childTnLst>
                              <p:par>
                                <p:cTn id="7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750"/>
                            </p:stCondLst>
                            <p:childTnLst>
                              <p:par>
                                <p:cTn id="79" presetID="2" presetClass="entr" presetSubtype="8" decel="52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2" decel="52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250"/>
                            </p:stCondLst>
                            <p:childTnLst>
                              <p:par>
                                <p:cTn id="8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9250"/>
                            </p:stCondLst>
                            <p:childTnLst>
                              <p:par>
                                <p:cTn id="94" presetID="2" presetClass="entr" presetSubtype="8" decel="52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2" decel="52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bldLvl="0" animBg="1"/>
      <p:bldP spid="72" grpId="0" bldLvl="0" animBg="1"/>
      <p:bldP spid="90" grpId="0" bldLvl="0" animBg="1"/>
      <p:bldP spid="92" grpId="0" bldLvl="0" animBg="1"/>
      <p:bldP spid="95" grpId="0" bldLvl="0" animBg="1"/>
      <p:bldP spid="97" grpId="0" bldLvl="0" animBg="1"/>
      <p:bldP spid="100" grpId="0" bldLvl="0" animBg="1"/>
      <p:bldP spid="102" grpId="0" bldLvl="0" animBg="1"/>
      <p:bldP spid="32" grpId="0"/>
      <p:bldP spid="29" grpId="0" bldLvl="0" animBg="1"/>
      <p:bldP spid="33" grpId="0" bldLvl="0" animBg="1"/>
      <p:bldP spid="34" grpId="0" bldLvl="0" animBg="1"/>
      <p:bldP spid="36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/>
          <p:cNvSpPr/>
          <p:nvPr/>
        </p:nvSpPr>
        <p:spPr>
          <a:xfrm>
            <a:off x="2548034" y="2713783"/>
            <a:ext cx="5434971" cy="97209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625" tIns="34312" rIns="68625" bIns="34312" rtlCol="0" anchor="ctr"/>
          <a:lstStyle/>
          <a:p>
            <a:pPr algn="ctr"/>
            <a:endParaRPr lang="zh-CN" altLang="en-US" sz="1575"/>
          </a:p>
        </p:txBody>
      </p:sp>
      <p:sp>
        <p:nvSpPr>
          <p:cNvPr id="23" name="六边形 22"/>
          <p:cNvSpPr/>
          <p:nvPr/>
        </p:nvSpPr>
        <p:spPr>
          <a:xfrm>
            <a:off x="3187187" y="2576015"/>
            <a:ext cx="3978683" cy="337269"/>
          </a:xfrm>
          <a:prstGeom prst="hexagon">
            <a:avLst/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625" tIns="34312" rIns="68625" bIns="34312" rtlCol="0" anchor="ctr"/>
          <a:lstStyle/>
          <a:p>
            <a:pPr algn="ctr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六边形 23"/>
          <p:cNvSpPr/>
          <p:nvPr/>
        </p:nvSpPr>
        <p:spPr>
          <a:xfrm>
            <a:off x="683180" y="3335318"/>
            <a:ext cx="1190654" cy="1026664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625" tIns="34312" rIns="68625" bIns="34312" rtlCol="0" anchor="ctr"/>
          <a:lstStyle/>
          <a:p>
            <a:pPr algn="ctr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</a:p>
        </p:txBody>
      </p:sp>
      <p:cxnSp>
        <p:nvCxnSpPr>
          <p:cNvPr id="25" name="直接箭头连接符 24"/>
          <p:cNvCxnSpPr>
            <a:stCxn id="24" idx="5"/>
            <a:endCxn id="22" idx="1"/>
          </p:cNvCxnSpPr>
          <p:nvPr/>
        </p:nvCxnSpPr>
        <p:spPr>
          <a:xfrm flipV="1">
            <a:off x="1617168" y="3199830"/>
            <a:ext cx="930866" cy="135488"/>
          </a:xfrm>
          <a:prstGeom prst="straightConnector1">
            <a:avLst/>
          </a:prstGeom>
          <a:ln>
            <a:solidFill>
              <a:srgbClr val="41445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24" idx="1"/>
            <a:endCxn id="29" idx="1"/>
          </p:cNvCxnSpPr>
          <p:nvPr/>
        </p:nvCxnSpPr>
        <p:spPr>
          <a:xfrm>
            <a:off x="1617168" y="4361982"/>
            <a:ext cx="930866" cy="93933"/>
          </a:xfrm>
          <a:prstGeom prst="straightConnector1">
            <a:avLst/>
          </a:prstGeom>
          <a:ln>
            <a:solidFill>
              <a:srgbClr val="41445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893460" y="2954172"/>
            <a:ext cx="4871059" cy="715625"/>
          </a:xfrm>
          <a:prstGeom prst="rect">
            <a:avLst/>
          </a:prstGeom>
          <a:noFill/>
        </p:spPr>
        <p:txBody>
          <a:bodyPr wrap="square" lIns="68625" tIns="34312" rIns="68625" bIns="34312" rtlCol="0">
            <a:spAutoFit/>
          </a:bodyPr>
          <a:lstStyle/>
          <a:p>
            <a:pPr lvl="0"/>
            <a:r>
              <a:rPr lang="zh-CN" altLang="zh-CN" dirty="0"/>
              <a:t>了解数字图像的定义、分类、表示与存储。</a:t>
            </a:r>
          </a:p>
        </p:txBody>
      </p:sp>
      <p:sp>
        <p:nvSpPr>
          <p:cNvPr id="29" name="圆角矩形 28"/>
          <p:cNvSpPr/>
          <p:nvPr/>
        </p:nvSpPr>
        <p:spPr>
          <a:xfrm>
            <a:off x="2548034" y="3969868"/>
            <a:ext cx="5434971" cy="97209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625" tIns="34312" rIns="68625" bIns="34312" rtlCol="0" anchor="ctr"/>
          <a:lstStyle/>
          <a:p>
            <a:pPr algn="ctr"/>
            <a:endParaRPr lang="zh-CN" altLang="en-US" sz="1575"/>
          </a:p>
        </p:txBody>
      </p:sp>
      <p:sp>
        <p:nvSpPr>
          <p:cNvPr id="30" name="六边形 29"/>
          <p:cNvSpPr/>
          <p:nvPr/>
        </p:nvSpPr>
        <p:spPr>
          <a:xfrm>
            <a:off x="3187187" y="3832099"/>
            <a:ext cx="3978683" cy="337269"/>
          </a:xfrm>
          <a:prstGeom prst="hexag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625" tIns="34312" rIns="68625" bIns="34312" rtlCol="0" anchor="ctr"/>
          <a:lstStyle/>
          <a:p>
            <a:pPr algn="ctr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93461" y="4202799"/>
            <a:ext cx="4920678" cy="715625"/>
          </a:xfrm>
          <a:prstGeom prst="rect">
            <a:avLst/>
          </a:prstGeom>
          <a:noFill/>
        </p:spPr>
        <p:txBody>
          <a:bodyPr wrap="square" lIns="68625" tIns="34312" rIns="68625" bIns="34312" rtlCol="0">
            <a:spAutoFit/>
          </a:bodyPr>
          <a:lstStyle/>
          <a:p>
            <a:pPr lvl="0"/>
            <a:r>
              <a:rPr lang="zh-CN" altLang="zh-CN" dirty="0"/>
              <a:t>理解图像的分辨率、像素间关系、距离度量的概念。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1" y="1539010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/>
          <p:cNvSpPr txBox="1">
            <a:spLocks noChangeArrowheads="1"/>
          </p:cNvSpPr>
          <p:nvPr/>
        </p:nvSpPr>
        <p:spPr bwMode="auto">
          <a:xfrm>
            <a:off x="1838129" y="776842"/>
            <a:ext cx="3061562" cy="58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indent="304800" algn="just">
              <a:lnSpc>
                <a:spcPct val="150000"/>
              </a:lnSpc>
            </a:pPr>
            <a:r>
              <a:rPr lang="zh-CN" altLang="zh-CN" sz="2400" dirty="0">
                <a:latin typeface="Eras Bold ITC" panose="020B0907030504020204" pitchFamily="34" charset="0"/>
              </a:rPr>
              <a:t>本章学习目标</a:t>
            </a:r>
          </a:p>
        </p:txBody>
      </p:sp>
      <p:sp>
        <p:nvSpPr>
          <p:cNvPr id="17" name="燕尾形 16"/>
          <p:cNvSpPr/>
          <p:nvPr/>
        </p:nvSpPr>
        <p:spPr>
          <a:xfrm>
            <a:off x="1190107" y="85666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7"/>
          <p:cNvSpPr txBox="1"/>
          <p:nvPr/>
        </p:nvSpPr>
        <p:spPr>
          <a:xfrm>
            <a:off x="142957" y="992251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push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4" presetClass="entr" presetSubtype="1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7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6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8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2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3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7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29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31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33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3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 animBg="1"/>
          <p:bldP spid="23" grpId="0" animBg="1"/>
          <p:bldP spid="24" grpId="0" animBg="1"/>
          <p:bldP spid="28" grpId="0"/>
          <p:bldP spid="29" grpId="0" animBg="1"/>
          <p:bldP spid="30" grpId="0" animBg="1"/>
          <p:bldP spid="3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4" presetClass="entr" presetSubtype="1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7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6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18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7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29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31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33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7" fill="hold">
                                <p:stCondLst>
                                  <p:cond delay="4000"/>
                                </p:stCondLst>
                                <p:childTnLst>
                                  <p:par>
                                    <p:cTn id="3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2" grpId="0" animBg="1"/>
          <p:bldP spid="23" grpId="0" animBg="1"/>
          <p:bldP spid="24" grpId="0" animBg="1"/>
          <p:bldP spid="28" grpId="0"/>
          <p:bldP spid="29" grpId="0" animBg="1"/>
          <p:bldP spid="30" grpId="0" animBg="1"/>
          <p:bldP spid="31" grpId="0"/>
        </p:bldLst>
      </p:timing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1.1</a:t>
            </a:r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数字图像的定义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81952" y="1428050"/>
            <a:ext cx="66323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数字图像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就是能够在计算机上显示和处理的图像。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/>
            </p:nvSpPr>
            <p:spPr>
              <a:xfrm>
                <a:off x="468338" y="2263056"/>
                <a:ext cx="78210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一幅图像</a:t>
                </a: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定义为一个二维函数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38" y="2263056"/>
                <a:ext cx="7821051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4" t="-119" r="1" b="-2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442" y="2724721"/>
            <a:ext cx="5667000" cy="1912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/>
              <p:cNvSpPr txBox="1"/>
              <p:nvPr/>
            </p:nvSpPr>
            <p:spPr>
              <a:xfrm>
                <a:off x="481952" y="5013970"/>
                <a:ext cx="7560840" cy="12295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/>
                <a14:m>
                  <m:oMath xmlns:m="http://schemas.openxmlformats.org/officeDocument/2006/math">
                    <m:r>
                      <a:rPr lang="en-US" altLang="zh-CN" sz="2400" i="1" kern="100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𝑦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是空间平面坐标，</a:t>
                </a:r>
                <a:r>
                  <a:rPr lang="zh-CN" altLang="en-US" sz="2400" dirty="0">
                    <a:solidFill>
                      <a:srgbClr val="836967"/>
                    </a:solidFill>
                  </a:rPr>
                  <a:t> 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空间坐标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𝑥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,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处的幅值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称为图像在该点处的或灰度。当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𝑦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分量及幅值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𝑓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都是有限的离散数值时，我们称该图像为数字图像。</a:t>
                </a:r>
              </a:p>
            </p:txBody>
          </p:sp>
        </mc:Choice>
        <mc:Fallback xmlns=""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52" y="5013970"/>
                <a:ext cx="7560840" cy="1229504"/>
              </a:xfrm>
              <a:prstGeom prst="rect">
                <a:avLst/>
              </a:prstGeom>
              <a:blipFill rotWithShape="1">
                <a:blip r:embed="rId5"/>
                <a:stretch>
                  <a:fillRect l="-8" t="-1" r="7" b="-71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数字图像处理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24322" y="1253552"/>
            <a:ext cx="84969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effectLst/>
                <a:latin typeface="+mn-ea"/>
                <a:cs typeface="Times New Roman" panose="02020603050405020304" pitchFamily="18" charset="0"/>
              </a:rPr>
              <a:t>数字图像处理</a:t>
            </a:r>
            <a:r>
              <a:rPr lang="en-US" altLang="zh-CN" sz="2400" kern="100" dirty="0">
                <a:effectLst/>
                <a:latin typeface="+mn-ea"/>
              </a:rPr>
              <a:t>(Digital Image Processing)</a:t>
            </a:r>
            <a:r>
              <a:rPr lang="zh-CN" altLang="zh-CN" sz="2400" kern="100" dirty="0">
                <a:effectLst/>
                <a:latin typeface="+mn-ea"/>
                <a:cs typeface="Times New Roman" panose="02020603050405020304" pitchFamily="18" charset="0"/>
              </a:rPr>
              <a:t>又称为计算机图像处理，它是指将图像信号转换成数字信号并利用计算机对其进行去除噪声、增强、复原、分割、提取特征等处理的过程。</a:t>
            </a:r>
            <a:endParaRPr lang="en-US" altLang="zh-CN" sz="24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endParaRPr lang="en-US" altLang="zh-CN" sz="2400" kern="100" dirty="0">
              <a:latin typeface="+mn-ea"/>
              <a:cs typeface="Times New Roman" panose="02020603050405020304" pitchFamily="18" charset="0"/>
            </a:endParaRPr>
          </a:p>
          <a:p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：图像去噪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17" name="图片 1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129" y="3279493"/>
            <a:ext cx="2159635" cy="2339975"/>
          </a:xfrm>
          <a:prstGeom prst="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375" y="3279492"/>
            <a:ext cx="2159635" cy="233997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840980" y="5704433"/>
            <a:ext cx="4589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ctr"/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图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1.1  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图像去噪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1" y="1079041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数字图像处理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24322" y="1253552"/>
            <a:ext cx="84969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kern="100" dirty="0"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en-US" sz="2400" kern="100" dirty="0">
                <a:latin typeface="+mn-ea"/>
                <a:cs typeface="Times New Roman" panose="02020603050405020304" pitchFamily="18" charset="0"/>
              </a:rPr>
              <a:t>：图像特征提取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74" y="1989634"/>
            <a:ext cx="3142680" cy="237626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26458" y="1995114"/>
            <a:ext cx="3142680" cy="2353356"/>
          </a:xfrm>
          <a:prstGeom prst="rect">
            <a:avLst/>
          </a:prstGeom>
          <a:noFill/>
        </p:spPr>
      </p:pic>
      <p:sp>
        <p:nvSpPr>
          <p:cNvPr id="13" name="文本框 12"/>
          <p:cNvSpPr txBox="1"/>
          <p:nvPr/>
        </p:nvSpPr>
        <p:spPr>
          <a:xfrm>
            <a:off x="2277917" y="4696037"/>
            <a:ext cx="4589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ctr"/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图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1.2  </a:t>
            </a:r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图像的特征提取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墨迹 1"/>
              <p14:cNvContentPartPr/>
              <p14:nvPr/>
            </p14:nvContentPartPr>
            <p14:xfrm>
              <a:off x="501840" y="317520"/>
              <a:ext cx="7869240" cy="6383520"/>
            </p14:xfrm>
          </p:contentPart>
        </mc:Choice>
        <mc:Fallback>
          <p:pic>
            <p:nvPicPr>
              <p:cNvPr id="2" name="墨迹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2480" y="308160"/>
                <a:ext cx="7887960" cy="6402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1.2</a:t>
            </a:r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数字图像的分类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3348658" y="1905438"/>
            <a:ext cx="2448272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数字图像的分类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28738" y="2694423"/>
            <a:ext cx="1960643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按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动态特性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分类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3592473" y="2679890"/>
            <a:ext cx="1960643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按色彩分类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6589170" y="2694423"/>
            <a:ext cx="1960643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按维数分类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307590" y="3865228"/>
            <a:ext cx="1240716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静止图像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1819910" y="3868428"/>
            <a:ext cx="1240716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kern="1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运动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图像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3189595" y="3860350"/>
            <a:ext cx="1240716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静止图像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: 圆角 16"/>
          <p:cNvSpPr/>
          <p:nvPr/>
        </p:nvSpPr>
        <p:spPr>
          <a:xfrm>
            <a:off x="4788514" y="3860349"/>
            <a:ext cx="1240716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kern="1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运动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图像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6156970" y="3868427"/>
            <a:ext cx="1240716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二维图像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7669290" y="3871627"/>
            <a:ext cx="1240716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kern="1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三维图像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" name="直接箭头连接符 3"/>
          <p:cNvCxnSpPr>
            <a:stCxn id="2" idx="2"/>
            <a:endCxn id="11" idx="0"/>
          </p:cNvCxnSpPr>
          <p:nvPr/>
        </p:nvCxnSpPr>
        <p:spPr>
          <a:xfrm flipH="1">
            <a:off x="1709060" y="2309575"/>
            <a:ext cx="2863734" cy="384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2" idx="2"/>
            <a:endCxn id="12" idx="0"/>
          </p:cNvCxnSpPr>
          <p:nvPr/>
        </p:nvCxnSpPr>
        <p:spPr>
          <a:xfrm>
            <a:off x="4572794" y="2309575"/>
            <a:ext cx="1" cy="370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2" idx="2"/>
            <a:endCxn id="13" idx="0"/>
          </p:cNvCxnSpPr>
          <p:nvPr/>
        </p:nvCxnSpPr>
        <p:spPr>
          <a:xfrm>
            <a:off x="4572794" y="2309575"/>
            <a:ext cx="2996698" cy="3848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1" idx="2"/>
            <a:endCxn id="14" idx="0"/>
          </p:cNvCxnSpPr>
          <p:nvPr/>
        </p:nvCxnSpPr>
        <p:spPr>
          <a:xfrm flipH="1">
            <a:off x="927948" y="3098560"/>
            <a:ext cx="781112" cy="766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1" idx="2"/>
            <a:endCxn id="15" idx="0"/>
          </p:cNvCxnSpPr>
          <p:nvPr/>
        </p:nvCxnSpPr>
        <p:spPr>
          <a:xfrm>
            <a:off x="1709060" y="3098560"/>
            <a:ext cx="731208" cy="769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2" idx="2"/>
            <a:endCxn id="16" idx="0"/>
          </p:cNvCxnSpPr>
          <p:nvPr/>
        </p:nvCxnSpPr>
        <p:spPr>
          <a:xfrm flipH="1">
            <a:off x="3809953" y="3084027"/>
            <a:ext cx="762842" cy="776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12" idx="2"/>
            <a:endCxn id="17" idx="0"/>
          </p:cNvCxnSpPr>
          <p:nvPr/>
        </p:nvCxnSpPr>
        <p:spPr>
          <a:xfrm>
            <a:off x="4572795" y="3084027"/>
            <a:ext cx="836077" cy="776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13" idx="2"/>
            <a:endCxn id="18" idx="0"/>
          </p:cNvCxnSpPr>
          <p:nvPr/>
        </p:nvCxnSpPr>
        <p:spPr>
          <a:xfrm flipH="1">
            <a:off x="6777328" y="3098560"/>
            <a:ext cx="792164" cy="769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13" idx="2"/>
            <a:endCxn id="19" idx="0"/>
          </p:cNvCxnSpPr>
          <p:nvPr/>
        </p:nvCxnSpPr>
        <p:spPr>
          <a:xfrm>
            <a:off x="7569492" y="3098560"/>
            <a:ext cx="720156" cy="773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1" name="矩形: 圆角 50"/>
          <p:cNvSpPr/>
          <p:nvPr/>
        </p:nvSpPr>
        <p:spPr>
          <a:xfrm>
            <a:off x="108298" y="5102206"/>
            <a:ext cx="1240716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itchFamily="2" charset="-122"/>
              </a:rPr>
              <a:t>矢量图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1569380" y="5113889"/>
            <a:ext cx="1240716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位图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53" name="直接箭头连接符 52"/>
          <p:cNvCxnSpPr>
            <a:stCxn id="14" idx="2"/>
            <a:endCxn id="51" idx="0"/>
          </p:cNvCxnSpPr>
          <p:nvPr/>
        </p:nvCxnSpPr>
        <p:spPr>
          <a:xfrm flipH="1">
            <a:off x="728656" y="4269365"/>
            <a:ext cx="199292" cy="832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14" idx="2"/>
            <a:endCxn id="52" idx="0"/>
          </p:cNvCxnSpPr>
          <p:nvPr/>
        </p:nvCxnSpPr>
        <p:spPr>
          <a:xfrm>
            <a:off x="927948" y="4269365"/>
            <a:ext cx="1261790" cy="844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/>
              <p14:cNvContentPartPr/>
              <p14:nvPr/>
            </p14:nvContentPartPr>
            <p14:xfrm>
              <a:off x="2083320" y="4357080"/>
              <a:ext cx="749520" cy="394200"/>
            </p14:xfrm>
          </p:contentPart>
        </mc:Choice>
        <mc:Fallback>
          <p:pic>
            <p:nvPicPr>
              <p:cNvPr id="3" name="墨迹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73960" y="4347720"/>
                <a:ext cx="768240" cy="412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1.2.1</a:t>
            </a:r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矢量图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4322" y="1125538"/>
            <a:ext cx="82089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矢量图</a:t>
            </a:r>
            <a:r>
              <a:rPr lang="zh-CN" altLang="en-US" sz="2400" dirty="0"/>
              <a:t>也称为面向对象的图像或绘图图像。矢量图是计算机图形学中用点、直线或者多边形等基于数学方程的几何图元表示的图像，其实就是用</a:t>
            </a:r>
            <a:r>
              <a:rPr lang="zh-CN" altLang="en-US" sz="2400" b="1" dirty="0"/>
              <a:t>数学公式描述</a:t>
            </a:r>
            <a:r>
              <a:rPr lang="zh-CN" altLang="en-US" sz="2400" dirty="0"/>
              <a:t>的图像。</a:t>
            </a:r>
            <a:endParaRPr lang="en-US" altLang="zh-CN" sz="2400" dirty="0"/>
          </a:p>
          <a:p>
            <a:r>
              <a:rPr lang="zh-CN" altLang="en-US" sz="2400" b="1" dirty="0"/>
              <a:t>优点</a:t>
            </a:r>
            <a:r>
              <a:rPr lang="zh-CN" altLang="en-US" sz="2400" dirty="0"/>
              <a:t>：放大、缩小或旋转等不会</a:t>
            </a:r>
            <a:r>
              <a:rPr lang="zh-CN" altLang="en-US" sz="2400" b="1" dirty="0"/>
              <a:t>失真</a:t>
            </a:r>
            <a:r>
              <a:rPr lang="zh-CN" altLang="en-US" sz="2400" dirty="0"/>
              <a:t>，文件数据量小，占用内存空间少。</a:t>
            </a:r>
            <a:endParaRPr lang="en-US" altLang="zh-CN" sz="2400" dirty="0"/>
          </a:p>
          <a:p>
            <a:r>
              <a:rPr lang="zh-CN" altLang="en-US" sz="2400" b="1" dirty="0"/>
              <a:t>缺点</a:t>
            </a:r>
            <a:r>
              <a:rPr lang="zh-CN" altLang="en-US" sz="2400" dirty="0"/>
              <a:t>：不易制作色调丰富和色彩变化太多的图像，绘制的图像不是很逼真，不易在不同的软件中交换文件。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165" y="3984904"/>
            <a:ext cx="6753225" cy="16764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656469" y="5843014"/>
            <a:ext cx="5544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0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图</a:t>
            </a:r>
            <a:r>
              <a:rPr lang="en-US" altLang="zh-CN" sz="20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1.3  </a:t>
            </a:r>
            <a:r>
              <a:rPr lang="en-US" altLang="zh-CN" sz="2000" kern="0" dirty="0">
                <a:latin typeface="Times New Roman" panose="02020603050405020304" pitchFamily="18" charset="0"/>
                <a:ea typeface="宋体" pitchFamily="2" charset="-122"/>
              </a:rPr>
              <a:t>TTF</a:t>
            </a:r>
            <a:r>
              <a:rPr lang="zh-CN" altLang="en-US" sz="2000" kern="0" dirty="0">
                <a:latin typeface="Times New Roman" panose="02020603050405020304" pitchFamily="18" charset="0"/>
                <a:ea typeface="宋体" pitchFamily="2" charset="-122"/>
              </a:rPr>
              <a:t>字库就是一种矢量图，放大不会失真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/>
              <p14:cNvContentPartPr/>
              <p14:nvPr/>
            </p14:nvContentPartPr>
            <p14:xfrm>
              <a:off x="501840" y="203400"/>
              <a:ext cx="6694200" cy="2864880"/>
            </p14:xfrm>
          </p:contentPart>
        </mc:Choice>
        <mc:Fallback>
          <p:pic>
            <p:nvPicPr>
              <p:cNvPr id="2" name="墨迹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2480" y="194040"/>
                <a:ext cx="6712920" cy="288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1.2.1</a:t>
            </a:r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矢量图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4322" y="1125538"/>
            <a:ext cx="8208912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矢量图</a:t>
            </a:r>
            <a:r>
              <a:rPr lang="zh-CN" altLang="en-US" sz="2400" dirty="0"/>
              <a:t>也称为面向对象的图像或绘图图像。矢量图是计算机图形学中用点、直线或者多边形等基于数学方程的几何图元表示的图像，其实就是用数学公式描述的图像。</a:t>
            </a:r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64665" y="2565400"/>
            <a:ext cx="5549900" cy="271780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1.2.1</a:t>
            </a:r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矢量图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178587"/>
              </p:ext>
            </p:extLst>
          </p:nvPr>
        </p:nvGraphicFramePr>
        <p:xfrm>
          <a:off x="540346" y="2493690"/>
          <a:ext cx="3096344" cy="1528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172">
                  <a:extLst>
                    <a:ext uri="{9D8B030D-6E8A-4147-A177-3AD203B41FA5}">
                      <a16:colId xmlns:a16="http://schemas.microsoft.com/office/drawing/2014/main" val="1728425564"/>
                    </a:ext>
                  </a:extLst>
                </a:gridCol>
                <a:gridCol w="1548172">
                  <a:extLst>
                    <a:ext uri="{9D8B030D-6E8A-4147-A177-3AD203B41FA5}">
                      <a16:colId xmlns:a16="http://schemas.microsoft.com/office/drawing/2014/main" val="3270245042"/>
                    </a:ext>
                  </a:extLst>
                </a:gridCol>
              </a:tblGrid>
              <a:tr h="76414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230</a:t>
                      </a:r>
                      <a:endParaRPr lang="zh-CN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</a:t>
                      </a:r>
                      <a:endParaRPr lang="zh-CN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757849"/>
                  </a:ext>
                </a:extLst>
              </a:tr>
              <a:tr h="76414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100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200</a:t>
                      </a:r>
                      <a:endParaRPr lang="zh-CN" alt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166956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946268"/>
              </p:ext>
            </p:extLst>
          </p:nvPr>
        </p:nvGraphicFramePr>
        <p:xfrm>
          <a:off x="6000857" y="3100358"/>
          <a:ext cx="168037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378">
                  <a:extLst>
                    <a:ext uri="{9D8B030D-6E8A-4147-A177-3AD203B41FA5}">
                      <a16:colId xmlns:a16="http://schemas.microsoft.com/office/drawing/2014/main" val="3161283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135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988773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17264"/>
              </p:ext>
            </p:extLst>
          </p:nvPr>
        </p:nvGraphicFramePr>
        <p:xfrm>
          <a:off x="1416206" y="5436792"/>
          <a:ext cx="168037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378">
                  <a:extLst>
                    <a:ext uri="{9D8B030D-6E8A-4147-A177-3AD203B41FA5}">
                      <a16:colId xmlns:a16="http://schemas.microsoft.com/office/drawing/2014/main" val="3161283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135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988773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409992"/>
              </p:ext>
            </p:extLst>
          </p:nvPr>
        </p:nvGraphicFramePr>
        <p:xfrm>
          <a:off x="5292874" y="4849148"/>
          <a:ext cx="3096344" cy="1528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172">
                  <a:extLst>
                    <a:ext uri="{9D8B030D-6E8A-4147-A177-3AD203B41FA5}">
                      <a16:colId xmlns:a16="http://schemas.microsoft.com/office/drawing/2014/main" val="1728425564"/>
                    </a:ext>
                  </a:extLst>
                </a:gridCol>
                <a:gridCol w="1548172">
                  <a:extLst>
                    <a:ext uri="{9D8B030D-6E8A-4147-A177-3AD203B41FA5}">
                      <a16:colId xmlns:a16="http://schemas.microsoft.com/office/drawing/2014/main" val="3270245042"/>
                    </a:ext>
                  </a:extLst>
                </a:gridCol>
              </a:tblGrid>
              <a:tr h="76414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135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135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757849"/>
                  </a:ext>
                </a:extLst>
              </a:tr>
              <a:tr h="764149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135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135</a:t>
                      </a:r>
                      <a:endParaRPr lang="zh-CN" altLang="en-US" dirty="0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166956"/>
                  </a:ext>
                </a:extLst>
              </a:tr>
            </a:tbl>
          </a:graphicData>
        </a:graphic>
      </p:graphicFrame>
      <p:cxnSp>
        <p:nvCxnSpPr>
          <p:cNvPr id="7" name="直接箭头连接符 6"/>
          <p:cNvCxnSpPr/>
          <p:nvPr/>
        </p:nvCxnSpPr>
        <p:spPr>
          <a:xfrm>
            <a:off x="4140746" y="3285778"/>
            <a:ext cx="72008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4148780" y="5613297"/>
            <a:ext cx="72008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46302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1.2.2</a:t>
            </a:r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位图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8592" y="1212969"/>
            <a:ext cx="83284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位图</a:t>
            </a:r>
            <a:r>
              <a:rPr lang="zh-CN" altLang="en-US" sz="2400" dirty="0"/>
              <a:t>是通过</a:t>
            </a:r>
            <a:r>
              <a:rPr lang="zh-CN" altLang="en-US" sz="2400" b="1" dirty="0"/>
              <a:t>像素点</a:t>
            </a:r>
            <a:r>
              <a:rPr lang="zh-CN" altLang="en-US" sz="2400" dirty="0"/>
              <a:t>表示图像，每个像素具有颜色属性和位置属性。用数码相机拍摄的照片、扫描仪扫描的图片以及计算机截屏图等都属于位图。</a:t>
            </a:r>
            <a:endParaRPr lang="en-US" altLang="zh-CN" sz="2400" dirty="0"/>
          </a:p>
          <a:p>
            <a:r>
              <a:rPr lang="zh-CN" altLang="en-US" sz="2400" b="1" dirty="0"/>
              <a:t>优点：</a:t>
            </a:r>
            <a:r>
              <a:rPr lang="zh-CN" altLang="en-US" sz="2400" dirty="0"/>
              <a:t>可以表现色彩的变化和颜色的细微过渡，产生逼真的效果，并且其显示速度快。</a:t>
            </a:r>
            <a:endParaRPr lang="en-US" altLang="zh-CN" sz="2400" dirty="0"/>
          </a:p>
          <a:p>
            <a:r>
              <a:rPr lang="zh-CN" altLang="en-US" sz="2400" b="1" dirty="0"/>
              <a:t>缺点：</a:t>
            </a:r>
            <a:r>
              <a:rPr lang="zh-CN" altLang="en-US" sz="2400" dirty="0"/>
              <a:t>在保存时需要记录每一个像素的位置和颜色值，占用较大的存储空间，并且缩放、旋转时算法复杂且</a:t>
            </a:r>
            <a:r>
              <a:rPr lang="zh-CN" altLang="en-US" sz="2400" b="1" dirty="0"/>
              <a:t>容易失真</a:t>
            </a:r>
            <a:r>
              <a:rPr lang="zh-CN" altLang="en-US" sz="2400" dirty="0"/>
              <a:t>。</a:t>
            </a:r>
          </a:p>
        </p:txBody>
      </p:sp>
      <p:sp>
        <p:nvSpPr>
          <p:cNvPr id="30" name="矩形: 圆角 29"/>
          <p:cNvSpPr/>
          <p:nvPr/>
        </p:nvSpPr>
        <p:spPr>
          <a:xfrm>
            <a:off x="3682673" y="4273771"/>
            <a:ext cx="1584175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位图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1044402" y="5350126"/>
            <a:ext cx="1584175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二值图像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2816781" y="5350125"/>
            <a:ext cx="1584175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灰度图像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0" name="矩形: 圆角 39"/>
          <p:cNvSpPr/>
          <p:nvPr/>
        </p:nvSpPr>
        <p:spPr>
          <a:xfrm>
            <a:off x="6361539" y="5350125"/>
            <a:ext cx="1584175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彩色图像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2" name="矩形: 圆角 41"/>
          <p:cNvSpPr/>
          <p:nvPr/>
        </p:nvSpPr>
        <p:spPr>
          <a:xfrm>
            <a:off x="4589160" y="5350125"/>
            <a:ext cx="1584175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索引图像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3" name="直接箭头连接符 42"/>
          <p:cNvCxnSpPr>
            <a:stCxn id="30" idx="2"/>
            <a:endCxn id="36" idx="0"/>
          </p:cNvCxnSpPr>
          <p:nvPr/>
        </p:nvCxnSpPr>
        <p:spPr>
          <a:xfrm flipH="1">
            <a:off x="1836490" y="4677908"/>
            <a:ext cx="2638271" cy="672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0" idx="2"/>
            <a:endCxn id="37" idx="0"/>
          </p:cNvCxnSpPr>
          <p:nvPr/>
        </p:nvCxnSpPr>
        <p:spPr>
          <a:xfrm flipH="1">
            <a:off x="3608869" y="4677908"/>
            <a:ext cx="865892" cy="672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30" idx="2"/>
            <a:endCxn id="42" idx="0"/>
          </p:cNvCxnSpPr>
          <p:nvPr/>
        </p:nvCxnSpPr>
        <p:spPr>
          <a:xfrm>
            <a:off x="4474761" y="4677908"/>
            <a:ext cx="906487" cy="672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30" idx="2"/>
            <a:endCxn id="40" idx="0"/>
          </p:cNvCxnSpPr>
          <p:nvPr/>
        </p:nvCxnSpPr>
        <p:spPr>
          <a:xfrm>
            <a:off x="4474761" y="4677908"/>
            <a:ext cx="2678866" cy="6722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/>
              <p14:cNvContentPartPr/>
              <p14:nvPr/>
            </p14:nvContentPartPr>
            <p14:xfrm>
              <a:off x="590760" y="1244880"/>
              <a:ext cx="7424640" cy="2731680"/>
            </p14:xfrm>
          </p:contentPart>
        </mc:Choice>
        <mc:Fallback>
          <p:pic>
            <p:nvPicPr>
              <p:cNvPr id="2" name="墨迹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1400" y="1235520"/>
                <a:ext cx="7443360" cy="2750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数字图像处理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955" b="1471"/>
          <a:stretch>
            <a:fillRect/>
          </a:stretch>
        </p:blipFill>
        <p:spPr>
          <a:xfrm>
            <a:off x="1775277" y="3357786"/>
            <a:ext cx="2159635" cy="215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" t="1176" b="2059"/>
          <a:stretch>
            <a:fillRect/>
          </a:stretch>
        </p:blipFill>
        <p:spPr>
          <a:xfrm>
            <a:off x="4994653" y="3357785"/>
            <a:ext cx="2159635" cy="2159635"/>
          </a:xfrm>
          <a:prstGeom prst="rect">
            <a:avLst/>
          </a:prstGeom>
          <a:solidFill>
            <a:srgbClr val="9E9E9E"/>
          </a:solidFill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713458" y="5517420"/>
            <a:ext cx="2283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kern="0">
                <a:effectLst/>
                <a:latin typeface="Times New Roman" panose="02020603050405020304" pitchFamily="18" charset="0"/>
                <a:ea typeface="宋体" pitchFamily="2" charset="-122"/>
              </a:rPr>
              <a:t>图</a:t>
            </a:r>
            <a:r>
              <a:rPr lang="en-US" altLang="zh-CN" sz="2400" kern="0">
                <a:effectLst/>
                <a:latin typeface="Times New Roman" panose="02020603050405020304" pitchFamily="18" charset="0"/>
                <a:ea typeface="宋体" pitchFamily="2" charset="-122"/>
              </a:rPr>
              <a:t>1.4  </a:t>
            </a:r>
            <a:r>
              <a:rPr lang="zh-CN" altLang="en-US" sz="2400" kern="0">
                <a:effectLst/>
                <a:latin typeface="Times New Roman" panose="02020603050405020304" pitchFamily="18" charset="0"/>
                <a:ea typeface="宋体" pitchFamily="2" charset="-122"/>
              </a:rPr>
              <a:t>二值图像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4932834" y="5517419"/>
            <a:ext cx="2283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图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1.5  </a:t>
            </a:r>
            <a:r>
              <a:rPr lang="zh-CN" altLang="en-US" sz="2400" kern="0" dirty="0">
                <a:latin typeface="Times New Roman" panose="02020603050405020304" pitchFamily="18" charset="0"/>
                <a:ea typeface="宋体" pitchFamily="2" charset="-122"/>
              </a:rPr>
              <a:t>灰度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图像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40346" y="1212242"/>
            <a:ext cx="8064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二值图像</a:t>
            </a:r>
            <a:r>
              <a:rPr lang="zh-CN" altLang="en-US" sz="2400" dirty="0"/>
              <a:t>只有黑白两种颜色。图像中一个像素仅占</a:t>
            </a:r>
            <a:r>
              <a:rPr lang="en-US" altLang="zh-CN" sz="2400" dirty="0"/>
              <a:t>1</a:t>
            </a:r>
            <a:r>
              <a:rPr lang="zh-CN" altLang="en-US" sz="2400" dirty="0"/>
              <a:t>位，在</a:t>
            </a:r>
            <a:r>
              <a:rPr lang="en-US" altLang="zh-CN" sz="2400" dirty="0"/>
              <a:t>OpenCV</a:t>
            </a:r>
            <a:r>
              <a:rPr lang="zh-CN" altLang="en-US" sz="2400" dirty="0"/>
              <a:t>中黑色用</a:t>
            </a:r>
            <a:r>
              <a:rPr lang="en-US" altLang="zh-CN" sz="2400" dirty="0"/>
              <a:t>0</a:t>
            </a:r>
            <a:r>
              <a:rPr lang="zh-CN" altLang="en-US" sz="2400" dirty="0"/>
              <a:t>表示，白色用</a:t>
            </a:r>
            <a:r>
              <a:rPr lang="en-US" altLang="zh-CN" sz="2400" dirty="0"/>
              <a:t>1</a:t>
            </a:r>
            <a:r>
              <a:rPr lang="zh-CN" altLang="en-US" sz="2400" dirty="0"/>
              <a:t>表示。</a:t>
            </a:r>
          </a:p>
          <a:p>
            <a:r>
              <a:rPr lang="zh-CN" altLang="en-US" sz="2400" b="1" dirty="0"/>
              <a:t>灰度图像</a:t>
            </a:r>
            <a:r>
              <a:rPr lang="zh-CN" altLang="en-US" sz="2400" dirty="0"/>
              <a:t>同样没有彩色信息，但其各像素信息由一个量化的灰度级来描述，像素灰度级用</a:t>
            </a:r>
            <a:r>
              <a:rPr lang="en-US" altLang="zh-CN" sz="2400" dirty="0"/>
              <a:t>8</a:t>
            </a:r>
            <a:r>
              <a:rPr lang="zh-CN" altLang="en-US" sz="2400" dirty="0"/>
              <a:t>位表示，所以每个像素都是介于黑色和白色之间的</a:t>
            </a:r>
            <a:r>
              <a:rPr lang="en-US" altLang="zh-CN" sz="2400" dirty="0"/>
              <a:t>256</a:t>
            </a:r>
            <a:r>
              <a:rPr lang="zh-CN" altLang="en-US" sz="2400" dirty="0"/>
              <a:t>种灰度中的一种。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墨迹 1"/>
              <p14:cNvContentPartPr/>
              <p14:nvPr/>
            </p14:nvContentPartPr>
            <p14:xfrm>
              <a:off x="368280" y="1302120"/>
              <a:ext cx="8015400" cy="4147920"/>
            </p14:xfrm>
          </p:contentPart>
        </mc:Choice>
        <mc:Fallback>
          <p:pic>
            <p:nvPicPr>
              <p:cNvPr id="2" name="墨迹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8920" y="1292760"/>
                <a:ext cx="8034120" cy="4166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数字图像处理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40346" y="1212242"/>
            <a:ext cx="806489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索引图像</a:t>
            </a:r>
            <a:r>
              <a:rPr lang="zh-CN" altLang="en-US" sz="2400" dirty="0"/>
              <a:t>将像素值作为</a:t>
            </a:r>
            <a:r>
              <a:rPr lang="en-US" altLang="zh-CN" sz="2400" dirty="0"/>
              <a:t>RGB</a:t>
            </a:r>
            <a:r>
              <a:rPr lang="zh-CN" altLang="en-US" sz="2400" dirty="0"/>
              <a:t>调色板的下标，进而把像素值“直接映射”为调色板数值。一幅索引图像包含一个数据矩阵</a:t>
            </a:r>
            <a:r>
              <a:rPr lang="en-US" altLang="zh-CN" sz="2400" dirty="0"/>
              <a:t>data</a:t>
            </a:r>
            <a:r>
              <a:rPr lang="zh-CN" altLang="en-US" sz="2400" dirty="0"/>
              <a:t>和一个调色板矩阵</a:t>
            </a:r>
            <a:r>
              <a:rPr lang="en-US" altLang="zh-CN" sz="2400" dirty="0"/>
              <a:t>map</a:t>
            </a:r>
            <a:r>
              <a:rPr lang="zh-CN" altLang="en-US" sz="2400" dirty="0"/>
              <a:t>。</a:t>
            </a:r>
            <a:r>
              <a:rPr lang="en-US" altLang="zh-CN" sz="2400" dirty="0"/>
              <a:t>m</a:t>
            </a:r>
            <a:r>
              <a:rPr lang="zh-CN" altLang="en-US" sz="2400" dirty="0"/>
              <a:t>ap是256种颜色。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174" y="2881341"/>
            <a:ext cx="2645495" cy="89092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506" y="2605338"/>
            <a:ext cx="2046668" cy="144293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5405" y="4241036"/>
            <a:ext cx="1533333" cy="2114286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8738" y="4241036"/>
            <a:ext cx="2114286" cy="211428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372860" y="4798060"/>
            <a:ext cx="27171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如</a:t>
            </a:r>
            <a:r>
              <a:rPr lang="en-US" altLang="zh-CN" sz="2000"/>
              <a:t>x</a:t>
            </a:r>
            <a:r>
              <a:rPr lang="en-US" altLang="zh-CN" sz="2000" baseline="-25000"/>
              <a:t>11</a:t>
            </a:r>
            <a:r>
              <a:rPr lang="en-US" altLang="zh-CN" sz="2000"/>
              <a:t>=1</a:t>
            </a:r>
            <a:r>
              <a:rPr lang="zh-CN" altLang="en-US" sz="2000"/>
              <a:t>，就取</a:t>
            </a:r>
            <a:r>
              <a:rPr lang="en-US" altLang="zh-CN" sz="2000"/>
              <a:t>map</a:t>
            </a:r>
            <a:r>
              <a:rPr lang="zh-CN" altLang="en-US" sz="2000"/>
              <a:t>中第一个颜色。如</a:t>
            </a:r>
            <a:r>
              <a:rPr lang="en-US" altLang="zh-CN" sz="2000"/>
              <a:t>x</a:t>
            </a:r>
            <a:r>
              <a:rPr lang="en-US" altLang="zh-CN" sz="2000" baseline="-25000"/>
              <a:t>12</a:t>
            </a:r>
            <a:r>
              <a:rPr lang="en-US" altLang="zh-CN" sz="2000"/>
              <a:t>=32</a:t>
            </a:r>
            <a:r>
              <a:rPr lang="zh-CN" altLang="en-US" sz="2000"/>
              <a:t>，就取第</a:t>
            </a:r>
            <a:r>
              <a:rPr lang="en-US" altLang="zh-CN" sz="2000"/>
              <a:t>32</a:t>
            </a:r>
            <a:r>
              <a:rPr lang="zh-CN" altLang="en-US" sz="2000"/>
              <a:t>个颜色。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墨迹 3"/>
              <p14:cNvContentPartPr/>
              <p14:nvPr/>
            </p14:nvContentPartPr>
            <p14:xfrm>
              <a:off x="279360" y="1308240"/>
              <a:ext cx="5824440" cy="548172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0000" y="1298880"/>
                <a:ext cx="5843160" cy="5500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数字图像处理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6330" y="1220832"/>
            <a:ext cx="83529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彩色图像</a:t>
            </a:r>
            <a:r>
              <a:rPr lang="zh-CN" altLang="en-US" sz="2400" dirty="0"/>
              <a:t>中最常见的是</a:t>
            </a:r>
            <a:r>
              <a:rPr lang="en-US" altLang="zh-CN" sz="2400" dirty="0"/>
              <a:t>RGB</a:t>
            </a:r>
            <a:r>
              <a:rPr lang="zh-CN" altLang="en-US" sz="2400" dirty="0"/>
              <a:t>彩色图像。</a:t>
            </a:r>
            <a:r>
              <a:rPr lang="en-US" altLang="zh-CN" sz="2400" dirty="0"/>
              <a:t>RGB</a:t>
            </a:r>
            <a:r>
              <a:rPr lang="zh-CN" altLang="en-US" sz="2400" dirty="0"/>
              <a:t>是工业界的一种颜色标准。</a:t>
            </a:r>
            <a:endParaRPr lang="en-US" altLang="zh-CN" sz="2400" dirty="0"/>
          </a:p>
          <a:p>
            <a:r>
              <a:rPr lang="en-US" altLang="zh-CN" sz="2400" dirty="0"/>
              <a:t>RGB</a:t>
            </a:r>
            <a:r>
              <a:rPr lang="zh-CN" altLang="en-US" sz="2400" dirty="0"/>
              <a:t>图像通过对红</a:t>
            </a:r>
            <a:r>
              <a:rPr lang="en-US" altLang="zh-CN" sz="2400" dirty="0"/>
              <a:t>(Red)</a:t>
            </a:r>
            <a:r>
              <a:rPr lang="zh-CN" altLang="en-US" sz="2400" dirty="0"/>
              <a:t>、绿</a:t>
            </a:r>
            <a:r>
              <a:rPr lang="en-US" altLang="zh-CN" sz="2400" dirty="0"/>
              <a:t>(Green)</a:t>
            </a:r>
            <a:r>
              <a:rPr lang="zh-CN" altLang="en-US" sz="2400" dirty="0"/>
              <a:t>、蓝</a:t>
            </a:r>
            <a:r>
              <a:rPr lang="en-US" altLang="zh-CN" sz="2400" dirty="0"/>
              <a:t>(Blue)3</a:t>
            </a:r>
            <a:r>
              <a:rPr lang="zh-CN" altLang="en-US" sz="2400" dirty="0"/>
              <a:t>种颜色亮度的变化以及他们相互之间的叠加来得到各种各样的颜色。</a:t>
            </a:r>
            <a:endParaRPr lang="en-US" altLang="zh-CN" sz="2400" dirty="0"/>
          </a:p>
          <a:p>
            <a:r>
              <a:rPr lang="en-US" altLang="zh-CN" sz="2400" dirty="0"/>
              <a:t>RGB</a:t>
            </a:r>
            <a:r>
              <a:rPr lang="zh-CN" altLang="en-US" sz="2400" dirty="0"/>
              <a:t>图像每一个像素由</a:t>
            </a:r>
            <a:r>
              <a:rPr lang="en-US" altLang="zh-CN" sz="2400" dirty="0"/>
              <a:t>R</a:t>
            </a:r>
            <a:r>
              <a:rPr lang="zh-CN" altLang="en-US" sz="2400" dirty="0"/>
              <a:t>、</a:t>
            </a:r>
            <a:r>
              <a:rPr lang="en-US" altLang="zh-CN" sz="2400" dirty="0"/>
              <a:t>G</a:t>
            </a:r>
            <a:r>
              <a:rPr lang="zh-CN" altLang="en-US" sz="2400" dirty="0"/>
              <a:t>、</a:t>
            </a:r>
            <a:r>
              <a:rPr lang="en-US" altLang="zh-CN" sz="2400" dirty="0"/>
              <a:t>B</a:t>
            </a:r>
            <a:r>
              <a:rPr lang="zh-CN" altLang="en-US" sz="2400" dirty="0"/>
              <a:t>三个分量组成，每个分量各占</a:t>
            </a:r>
            <a:r>
              <a:rPr lang="en-US" altLang="zh-CN" sz="2400" dirty="0"/>
              <a:t>8</a:t>
            </a:r>
            <a:r>
              <a:rPr lang="zh-CN" altLang="en-US" sz="2400" dirty="0"/>
              <a:t>位，取值范围是</a:t>
            </a:r>
            <a:r>
              <a:rPr lang="en-US" altLang="zh-CN" sz="2400" dirty="0"/>
              <a:t>[0,255]</a:t>
            </a:r>
            <a:r>
              <a:rPr lang="zh-CN" altLang="en-US" sz="2400" dirty="0"/>
              <a:t>，每个像素占</a:t>
            </a:r>
            <a:r>
              <a:rPr lang="en-US" altLang="zh-CN" sz="2400" dirty="0"/>
              <a:t>24</a:t>
            </a:r>
            <a:r>
              <a:rPr lang="zh-CN" altLang="en-US" sz="2400" dirty="0"/>
              <a:t>位。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除</a:t>
            </a:r>
            <a:r>
              <a:rPr lang="en-US" altLang="zh-CN" sz="2400" dirty="0"/>
              <a:t>RGB</a:t>
            </a:r>
            <a:r>
              <a:rPr lang="zh-CN" altLang="en-US" sz="2400" dirty="0"/>
              <a:t>彩色图像外，常见的彩色模型还有</a:t>
            </a:r>
            <a:r>
              <a:rPr lang="en-US" altLang="zh-CN" sz="2400" dirty="0"/>
              <a:t>HSI</a:t>
            </a:r>
            <a:r>
              <a:rPr lang="zh-CN" altLang="en-US" sz="2400" dirty="0"/>
              <a:t>模型和</a:t>
            </a:r>
            <a:r>
              <a:rPr lang="en-US" altLang="zh-CN" sz="2400" dirty="0"/>
              <a:t>HSV</a:t>
            </a:r>
            <a:r>
              <a:rPr lang="zh-CN" altLang="en-US" sz="2400" dirty="0"/>
              <a:t>模型：</a:t>
            </a:r>
            <a:endParaRPr lang="en-US" altLang="zh-CN" sz="24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400" dirty="0"/>
              <a:t>HSI</a:t>
            </a:r>
            <a:r>
              <a:rPr lang="zh-CN" altLang="en-US" sz="2400" dirty="0"/>
              <a:t>模型中使用颜色三要素：色调</a:t>
            </a:r>
            <a:r>
              <a:rPr lang="en-US" altLang="zh-CN" sz="2400" dirty="0"/>
              <a:t>(Hue)</a:t>
            </a:r>
            <a:r>
              <a:rPr lang="zh-CN" altLang="en-US" sz="2400" dirty="0"/>
              <a:t>、饱和度</a:t>
            </a:r>
            <a:r>
              <a:rPr lang="en-US" altLang="zh-CN" sz="2400" dirty="0"/>
              <a:t>(Saturation)</a:t>
            </a:r>
            <a:r>
              <a:rPr lang="zh-CN" altLang="en-US" sz="2400" dirty="0"/>
              <a:t>、亮度</a:t>
            </a:r>
            <a:r>
              <a:rPr lang="en-US" altLang="zh-CN" sz="2400" dirty="0"/>
              <a:t>(Intensity)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zh-CN" sz="2400" dirty="0"/>
              <a:t>HSV</a:t>
            </a:r>
            <a:r>
              <a:rPr lang="zh-CN" altLang="en-US" sz="2400" dirty="0"/>
              <a:t>模型中的三个字母的含义为：色调</a:t>
            </a:r>
            <a:r>
              <a:rPr lang="en-US" altLang="zh-CN" sz="2400" dirty="0"/>
              <a:t>(Hue)</a:t>
            </a:r>
            <a:r>
              <a:rPr lang="zh-CN" altLang="en-US" sz="2400" dirty="0"/>
              <a:t>、饱和度</a:t>
            </a:r>
            <a:r>
              <a:rPr lang="en-US" altLang="zh-CN" sz="2400" dirty="0"/>
              <a:t>(Saturation)</a:t>
            </a:r>
            <a:r>
              <a:rPr lang="zh-CN" altLang="en-US" sz="2400" dirty="0"/>
              <a:t>、数值</a:t>
            </a:r>
            <a:r>
              <a:rPr lang="en-US" altLang="zh-CN" sz="2400" dirty="0"/>
              <a:t>(Value)</a:t>
            </a:r>
            <a:r>
              <a:rPr lang="zh-CN" altLang="en-US" sz="2400" dirty="0"/>
              <a:t>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/>
              <p14:cNvContentPartPr/>
              <p14:nvPr/>
            </p14:nvContentPartPr>
            <p14:xfrm>
              <a:off x="266760" y="387360"/>
              <a:ext cx="7005600" cy="1340640"/>
            </p14:xfrm>
          </p:contentPart>
        </mc:Choice>
        <mc:Fallback>
          <p:pic>
            <p:nvPicPr>
              <p:cNvPr id="3" name="墨迹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400" y="378000"/>
                <a:ext cx="7024320" cy="1359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数字图像处理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1" t="3235" r="3123" b="3235"/>
          <a:stretch>
            <a:fillRect/>
          </a:stretch>
        </p:blipFill>
        <p:spPr>
          <a:xfrm>
            <a:off x="5066661" y="3400782"/>
            <a:ext cx="2159635" cy="215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" t="2942" r="2876" b="3502"/>
          <a:stretch>
            <a:fillRect/>
          </a:stretch>
        </p:blipFill>
        <p:spPr>
          <a:xfrm>
            <a:off x="1847285" y="3400782"/>
            <a:ext cx="2159635" cy="215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1785466" y="5560417"/>
            <a:ext cx="2283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图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1.6  </a:t>
            </a:r>
            <a:r>
              <a:rPr lang="zh-CN" altLang="en-US" sz="2400" kern="0" dirty="0">
                <a:latin typeface="Times New Roman" panose="02020603050405020304" pitchFamily="18" charset="0"/>
                <a:ea typeface="宋体" pitchFamily="2" charset="-122"/>
              </a:rPr>
              <a:t>索引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图像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004842" y="5560416"/>
            <a:ext cx="2283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图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1.7  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彩色图像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396330" y="1223599"/>
            <a:ext cx="847707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    相比于彩色图像，索引图像通过建立调色板索引的方式使得其占用存储空间较少，但受到调色板存储颜色数量限制，索引图像的质量会大打折扣，出现大片的色块。而彩色图像每个像素都存储一个颜色数值，因此看起来比索引图像颜色过渡更细腻、更逼真。</a:t>
            </a:r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3494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1.3</a:t>
            </a:r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数字图像的表示与存储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8980" y="1172611"/>
            <a:ext cx="86063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    在计算机里一幅图像就是一个矩阵，矩阵里面的每个元素就是像素，每个像素的数值就是其灰度值。矩阵从左到右是图像的宽度，从上到下是图像的高度。图像的宽和高相乘就是图像的分辨率。</a:t>
            </a:r>
          </a:p>
        </p:txBody>
      </p:sp>
      <p:pic>
        <p:nvPicPr>
          <p:cNvPr id="7" name="图片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5" r="2122" b="4121"/>
          <a:stretch>
            <a:fillRect/>
          </a:stretch>
        </p:blipFill>
        <p:spPr>
          <a:xfrm>
            <a:off x="2340546" y="2637706"/>
            <a:ext cx="4819241" cy="338152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2196530" y="6019228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图</a:t>
            </a:r>
            <a:r>
              <a:rPr lang="en-US" altLang="zh-CN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1.7  </a:t>
            </a:r>
            <a:r>
              <a:rPr lang="zh-CN" altLang="en-US" sz="2400" kern="0" dirty="0">
                <a:effectLst/>
                <a:latin typeface="Times New Roman" panose="02020603050405020304" pitchFamily="18" charset="0"/>
                <a:ea typeface="宋体" pitchFamily="2" charset="-122"/>
              </a:rPr>
              <a:t>像素和图片</a:t>
            </a:r>
            <a:endParaRPr lang="zh-CN" alt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墨迹 3"/>
              <p14:cNvContentPartPr/>
              <p14:nvPr/>
            </p14:nvContentPartPr>
            <p14:xfrm>
              <a:off x="120600" y="2350080"/>
              <a:ext cx="8758440" cy="409716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240" y="2340720"/>
                <a:ext cx="8777160" cy="4115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数字图像处理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4322" y="1212242"/>
            <a:ext cx="8496944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图像文件的格式</a:t>
            </a:r>
            <a:r>
              <a:rPr lang="zh-CN" altLang="en-US" dirty="0"/>
              <a:t>即图像文件的数据构成，通常是一个文件头。文件头之后才是图像数据。文件头一般包括了文件类型、作者、时间、版本号、文件大小等内容。图像数据包含图像的压缩方式和存储效率等。不同文件格式的数字图像，其压缩方式、存储容量以及色彩表现都会有所不同。</a:t>
            </a:r>
            <a:endParaRPr lang="en-US" altLang="zh-CN" dirty="0"/>
          </a:p>
          <a:p>
            <a:r>
              <a:rPr lang="zh-CN" altLang="en-US" dirty="0"/>
              <a:t>常见的图像文件格式有以下几类：</a:t>
            </a:r>
            <a:endParaRPr lang="en-US" altLang="zh-CN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800" b="1" dirty="0"/>
              <a:t>BMP</a:t>
            </a:r>
            <a:r>
              <a:rPr lang="zh-CN" altLang="en-US" sz="1800" b="1" dirty="0"/>
              <a:t>图像文件格式</a:t>
            </a:r>
            <a:r>
              <a:rPr lang="zh-CN" altLang="en-US" sz="1800" dirty="0"/>
              <a:t>：</a:t>
            </a:r>
            <a:r>
              <a:rPr lang="en-US" altLang="zh-CN" sz="1800" dirty="0"/>
              <a:t>BMP</a:t>
            </a:r>
            <a:r>
              <a:rPr lang="zh-CN" altLang="en-US" sz="1800" dirty="0"/>
              <a:t>图像是一种</a:t>
            </a:r>
            <a:r>
              <a:rPr lang="en-US" altLang="zh-CN" sz="1800" dirty="0"/>
              <a:t>Windows</a:t>
            </a:r>
            <a:r>
              <a:rPr lang="zh-CN" altLang="en-US" sz="1800" dirty="0"/>
              <a:t>标准的位图图像文件格式。它采用位映射存储格式，图像深度选择，不采用其他任何压缩。因此，</a:t>
            </a:r>
            <a:r>
              <a:rPr lang="en-US" altLang="zh-CN" sz="1800" dirty="0"/>
              <a:t>BMP</a:t>
            </a:r>
            <a:r>
              <a:rPr lang="zh-CN" altLang="en-US" sz="1800" dirty="0"/>
              <a:t>文件所占用的空间很大。</a:t>
            </a:r>
            <a:endParaRPr lang="en-US" altLang="zh-CN" sz="18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800" b="1" dirty="0"/>
              <a:t>GIF</a:t>
            </a:r>
            <a:r>
              <a:rPr lang="zh-CN" altLang="en-US" sz="1800" b="1" dirty="0"/>
              <a:t>图像文件格式</a:t>
            </a:r>
            <a:r>
              <a:rPr lang="zh-CN" altLang="en-US" sz="1800" dirty="0"/>
              <a:t>：</a:t>
            </a:r>
            <a:r>
              <a:rPr lang="en-US" altLang="zh-CN" sz="1800" dirty="0"/>
              <a:t>GIF(Graphic Interchange Format</a:t>
            </a:r>
            <a:r>
              <a:rPr lang="zh-CN" altLang="en-US" sz="1800" dirty="0"/>
              <a:t>图形交换格式</a:t>
            </a:r>
            <a:r>
              <a:rPr lang="en-US" altLang="zh-CN" sz="1800" dirty="0"/>
              <a:t>)</a:t>
            </a:r>
            <a:r>
              <a:rPr lang="zh-CN" altLang="en-US" sz="1800" dirty="0"/>
              <a:t>格式是由</a:t>
            </a:r>
            <a:r>
              <a:rPr lang="en-US" altLang="zh-CN" sz="1800" dirty="0" err="1"/>
              <a:t>CompnServer</a:t>
            </a:r>
            <a:r>
              <a:rPr lang="zh-CN" altLang="en-US" sz="1800" dirty="0"/>
              <a:t>公司设计的。</a:t>
            </a:r>
            <a:r>
              <a:rPr lang="en-US" altLang="zh-CN" sz="1800" dirty="0"/>
              <a:t>GIF</a:t>
            </a:r>
            <a:r>
              <a:rPr lang="zh-CN" altLang="en-US" sz="1800" dirty="0"/>
              <a:t>格式主要用于不同平台上的交流和传输，而不是作为文件的存储格式。</a:t>
            </a:r>
            <a:r>
              <a:rPr lang="en-US" altLang="zh-CN" sz="1800" dirty="0" err="1"/>
              <a:t>GlF</a:t>
            </a:r>
            <a:r>
              <a:rPr lang="zh-CN" altLang="en-US" sz="1800" dirty="0"/>
              <a:t>格式的最大特点是压缩比高，文件占用存储空间较小。但由于受到</a:t>
            </a:r>
            <a:r>
              <a:rPr lang="en-US" altLang="zh-CN" sz="1800" dirty="0"/>
              <a:t>8</a:t>
            </a:r>
            <a:r>
              <a:rPr lang="zh-CN" altLang="en-US" sz="1800" dirty="0"/>
              <a:t>位存储格式的限制，所以最大不能超过</a:t>
            </a:r>
            <a:r>
              <a:rPr lang="en-US" altLang="zh-CN" sz="1800" dirty="0"/>
              <a:t>64M</a:t>
            </a:r>
            <a:r>
              <a:rPr lang="zh-CN" altLang="en-US" sz="1800" dirty="0"/>
              <a:t>，图像中颜色的数量最多为</a:t>
            </a:r>
            <a:r>
              <a:rPr lang="en-US" altLang="zh-CN" sz="1800" dirty="0"/>
              <a:t>256</a:t>
            </a:r>
            <a:r>
              <a:rPr lang="zh-CN" altLang="en-US" sz="1800" dirty="0"/>
              <a:t>色。</a:t>
            </a:r>
            <a:endParaRPr lang="en-US" altLang="zh-CN" sz="18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1800" b="1" dirty="0"/>
              <a:t>JPG/JPEG</a:t>
            </a:r>
            <a:r>
              <a:rPr lang="zh-CN" altLang="en-US" sz="1800" b="1" dirty="0"/>
              <a:t>格式</a:t>
            </a:r>
            <a:r>
              <a:rPr lang="zh-CN" altLang="en-US" sz="1800" dirty="0"/>
              <a:t>：</a:t>
            </a:r>
            <a:r>
              <a:rPr lang="en-US" altLang="zh-CN" sz="1800" dirty="0"/>
              <a:t>JPG/JPEG</a:t>
            </a:r>
            <a:r>
              <a:rPr lang="zh-CN" altLang="en-US" sz="1800" dirty="0"/>
              <a:t>格式是由</a:t>
            </a:r>
            <a:r>
              <a:rPr lang="en-US" altLang="zh-CN" sz="1800" dirty="0"/>
              <a:t>Joint Photographic Experts Group(</a:t>
            </a:r>
            <a:r>
              <a:rPr lang="zh-CN" altLang="en-US" sz="1800" dirty="0"/>
              <a:t>联合图像专家组</a:t>
            </a:r>
            <a:r>
              <a:rPr lang="en-US" altLang="zh-CN" sz="1800" dirty="0"/>
              <a:t>)</a:t>
            </a:r>
            <a:r>
              <a:rPr lang="zh-CN" altLang="en-US" sz="1800" dirty="0"/>
              <a:t>开发的一种常见的图像文件格式，是网络可以支持的图像文件格式之一。实际上</a:t>
            </a:r>
            <a:r>
              <a:rPr lang="en-US" altLang="zh-CN" sz="1800" dirty="0"/>
              <a:t>JPG/JPEG</a:t>
            </a:r>
            <a:r>
              <a:rPr lang="zh-CN" altLang="en-US" sz="1800" dirty="0"/>
              <a:t>并不是一种格式，确切地说是一种位图图像压缩算法，压缩率可达到</a:t>
            </a:r>
            <a:r>
              <a:rPr lang="en-US" altLang="zh-CN" sz="1800" dirty="0"/>
              <a:t>100</a:t>
            </a:r>
            <a:r>
              <a:rPr lang="zh-CN" altLang="en-US" sz="1800" dirty="0"/>
              <a:t>：</a:t>
            </a:r>
            <a:r>
              <a:rPr lang="en-US" altLang="zh-CN" sz="1800" dirty="0"/>
              <a:t>1</a:t>
            </a:r>
            <a:r>
              <a:rPr lang="zh-CN" altLang="en-US" sz="1800" dirty="0"/>
              <a:t>。</a:t>
            </a:r>
            <a:r>
              <a:rPr lang="en-US" altLang="zh-CN" sz="1800" dirty="0"/>
              <a:t>JPEG</a:t>
            </a:r>
            <a:r>
              <a:rPr lang="zh-CN" altLang="en-US" sz="1800" dirty="0"/>
              <a:t>的压缩方式通常是有损压缩，即在压缩过程中图像的质量会遭受到可见的破坏。</a:t>
            </a:r>
            <a:endParaRPr lang="en-US" altLang="zh-CN" sz="18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/>
              <p14:cNvContentPartPr/>
              <p14:nvPr/>
            </p14:nvContentPartPr>
            <p14:xfrm>
              <a:off x="19080" y="4890600"/>
              <a:ext cx="7297920" cy="1810440"/>
            </p14:xfrm>
          </p:contentPart>
        </mc:Choice>
        <mc:Fallback>
          <p:pic>
            <p:nvPicPr>
              <p:cNvPr id="3" name="墨迹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20" y="4881240"/>
                <a:ext cx="7316640" cy="1829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1.4</a:t>
            </a:r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数字图像分辨率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4323" y="1381626"/>
            <a:ext cx="85689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数字图像分辨率分为空间分辨率和灰度级分辨率。图像的空间分辨率和灰度级分辨率是数字图像的两个重要指标。</a:t>
            </a:r>
            <a:endParaRPr lang="en-US" altLang="zh-CN" sz="2400" dirty="0"/>
          </a:p>
          <a:p>
            <a:r>
              <a:rPr lang="zh-CN" altLang="en-US" sz="2400" b="1" dirty="0"/>
              <a:t>空间分辨率</a:t>
            </a:r>
            <a:r>
              <a:rPr lang="zh-CN" altLang="en-US" sz="2400" dirty="0"/>
              <a:t>被表示成每一个方向上的像素数量，比如</a:t>
            </a:r>
            <a:r>
              <a:rPr lang="en-US" altLang="zh-CN" sz="2400" dirty="0"/>
              <a:t>640×480</a:t>
            </a:r>
            <a:r>
              <a:rPr lang="zh-CN" altLang="en-US" sz="2400" dirty="0"/>
              <a:t>等。图像的分辨率越小，图像越模糊。</a:t>
            </a:r>
            <a:endParaRPr lang="en-US" altLang="zh-CN" sz="2400" dirty="0"/>
          </a:p>
          <a:p>
            <a:r>
              <a:rPr lang="zh-CN" altLang="en-US" sz="2400" b="1" dirty="0"/>
              <a:t>灰度级分辨率</a:t>
            </a:r>
            <a:r>
              <a:rPr lang="zh-CN" altLang="en-US" sz="2400" dirty="0"/>
              <a:t>是指在灰度级别中可分辨的最小变化。一般灰度级数越高，灰度分辨率就越高。但是灰度中可分辨的真实变化不仅受噪声和饱和度的影响，也受人类感知能力的影响。降低灰度级可能会产生‘伪轮廓’。灰度级越多，图像层次越清楚逼真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864383" y="1187560"/>
            <a:ext cx="7488832" cy="5097252"/>
            <a:chOff x="864383" y="1187560"/>
            <a:chExt cx="7488832" cy="5097252"/>
          </a:xfrm>
        </p:grpSpPr>
        <p:pic>
          <p:nvPicPr>
            <p:cNvPr id="7" name="图片 6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64383" y="1187560"/>
              <a:ext cx="7488832" cy="4635587"/>
            </a:xfrm>
            <a:prstGeom prst="rect">
              <a:avLst/>
            </a:prstGeom>
            <a:noFill/>
          </p:spPr>
        </p:pic>
        <p:sp>
          <p:nvSpPr>
            <p:cNvPr id="8" name="文本框 7"/>
            <p:cNvSpPr txBox="1"/>
            <p:nvPr/>
          </p:nvSpPr>
          <p:spPr>
            <a:xfrm>
              <a:off x="2340546" y="5823147"/>
              <a:ext cx="43924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2400" kern="0" dirty="0">
                  <a:effectLst/>
                  <a:latin typeface="Times New Roman" panose="02020603050405020304" pitchFamily="18" charset="0"/>
                  <a:ea typeface="宋体" pitchFamily="2" charset="-122"/>
                </a:rPr>
                <a:t>图</a:t>
              </a:r>
              <a:r>
                <a:rPr lang="en-US" altLang="zh-CN" sz="2400" kern="0" dirty="0">
                  <a:effectLst/>
                  <a:latin typeface="Times New Roman" panose="02020603050405020304" pitchFamily="18" charset="0"/>
                  <a:ea typeface="宋体" pitchFamily="2" charset="-122"/>
                </a:rPr>
                <a:t>1.8  </a:t>
              </a:r>
              <a:r>
                <a:rPr lang="zh-CN" altLang="en-US" sz="2400" kern="0" dirty="0">
                  <a:effectLst/>
                  <a:latin typeface="Times New Roman" panose="02020603050405020304" pitchFamily="18" charset="0"/>
                  <a:ea typeface="宋体" pitchFamily="2" charset="-122"/>
                </a:rPr>
                <a:t>图像的空间分辨率</a:t>
              </a:r>
              <a:endParaRPr lang="zh-CN" altLang="en-US" sz="2400" dirty="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288469" y="1356471"/>
            <a:ext cx="4464496" cy="4928341"/>
            <a:chOff x="8821265" y="746629"/>
            <a:chExt cx="4464496" cy="4928341"/>
          </a:xfrm>
        </p:grpSpPr>
        <p:pic>
          <p:nvPicPr>
            <p:cNvPr id="10" name="图片 9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427"/>
            <a:stretch>
              <a:fillRect/>
            </a:stretch>
          </p:blipFill>
          <p:spPr>
            <a:xfrm>
              <a:off x="8821265" y="746629"/>
              <a:ext cx="4464496" cy="44666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文本框 10"/>
            <p:cNvSpPr txBox="1"/>
            <p:nvPr/>
          </p:nvSpPr>
          <p:spPr>
            <a:xfrm>
              <a:off x="8857269" y="5213305"/>
              <a:ext cx="43924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2400" kern="0" dirty="0">
                  <a:effectLst/>
                  <a:latin typeface="Times New Roman" panose="02020603050405020304" pitchFamily="18" charset="0"/>
                  <a:ea typeface="宋体" pitchFamily="2" charset="-122"/>
                </a:rPr>
                <a:t>图</a:t>
              </a:r>
              <a:r>
                <a:rPr lang="en-US" altLang="zh-CN" sz="2400" kern="0" dirty="0">
                  <a:effectLst/>
                  <a:latin typeface="Times New Roman" panose="02020603050405020304" pitchFamily="18" charset="0"/>
                  <a:ea typeface="宋体" pitchFamily="2" charset="-122"/>
                </a:rPr>
                <a:t>1.9  </a:t>
              </a:r>
              <a:r>
                <a:rPr lang="zh-CN" altLang="en-US" sz="2400" kern="0" dirty="0">
                  <a:effectLst/>
                  <a:latin typeface="Times New Roman" panose="02020603050405020304" pitchFamily="18" charset="0"/>
                  <a:ea typeface="宋体" pitchFamily="2" charset="-122"/>
                </a:rPr>
                <a:t>图像的灰度级分辨率</a:t>
              </a:r>
              <a:endParaRPr lang="zh-CN" altLang="en-US" sz="2400" dirty="0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墨迹 4"/>
              <p14:cNvContentPartPr/>
              <p14:nvPr/>
            </p14:nvContentPartPr>
            <p14:xfrm>
              <a:off x="1486080" y="1771920"/>
              <a:ext cx="4497120" cy="2719080"/>
            </p14:xfrm>
          </p:contentPart>
        </mc:Choice>
        <mc:Fallback>
          <p:pic>
            <p:nvPicPr>
              <p:cNvPr id="5" name="墨迹 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76720" y="1762560"/>
                <a:ext cx="4515840" cy="2737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1.5</a:t>
            </a:r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像素间基本关系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684362" y="3284842"/>
            <a:ext cx="1333896" cy="79207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像素间</a:t>
            </a:r>
            <a:endParaRPr lang="en-US" altLang="zh-CN" sz="2000" kern="100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基本关系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2747438" y="1778863"/>
            <a:ext cx="1080120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邻域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2747438" y="3478813"/>
            <a:ext cx="1080120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邻接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2747438" y="5434624"/>
            <a:ext cx="1080120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连通性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0" name="矩形: 圆角 49"/>
          <p:cNvSpPr/>
          <p:nvPr/>
        </p:nvSpPr>
        <p:spPr>
          <a:xfrm>
            <a:off x="6372994" y="5657670"/>
            <a:ext cx="1080120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m-</a:t>
            </a:r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连通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1" name="矩形: 圆角 50"/>
          <p:cNvSpPr/>
          <p:nvPr/>
        </p:nvSpPr>
        <p:spPr>
          <a:xfrm>
            <a:off x="6372874" y="4672610"/>
            <a:ext cx="1080120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4-</a:t>
            </a:r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连通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2" name="矩形: 圆角 51"/>
          <p:cNvSpPr/>
          <p:nvPr/>
        </p:nvSpPr>
        <p:spPr>
          <a:xfrm>
            <a:off x="6372874" y="5165140"/>
            <a:ext cx="1080120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8-</a:t>
            </a:r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连通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3" name="矩形: 圆角 52"/>
          <p:cNvSpPr/>
          <p:nvPr/>
        </p:nvSpPr>
        <p:spPr>
          <a:xfrm>
            <a:off x="4560156" y="3971343"/>
            <a:ext cx="1080120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八邻接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4" name="矩形: 圆角 53"/>
          <p:cNvSpPr/>
          <p:nvPr/>
        </p:nvSpPr>
        <p:spPr>
          <a:xfrm>
            <a:off x="4560156" y="3478814"/>
            <a:ext cx="1080120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邻接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5" name="矩形: 圆角 54"/>
          <p:cNvSpPr/>
          <p:nvPr/>
        </p:nvSpPr>
        <p:spPr>
          <a:xfrm>
            <a:off x="4560156" y="2986285"/>
            <a:ext cx="1080120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四邻接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6" name="矩形: 圆角 55"/>
          <p:cNvSpPr/>
          <p:nvPr/>
        </p:nvSpPr>
        <p:spPr>
          <a:xfrm>
            <a:off x="4560156" y="2288170"/>
            <a:ext cx="1080120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八邻域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4560156" y="1778863"/>
            <a:ext cx="1080120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邻域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4560156" y="1269554"/>
            <a:ext cx="1080120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四邻域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9" name="矩形: 圆角 58"/>
          <p:cNvSpPr/>
          <p:nvPr/>
        </p:nvSpPr>
        <p:spPr>
          <a:xfrm>
            <a:off x="4560156" y="5165140"/>
            <a:ext cx="1080120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连通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0" name="矩形: 圆角 59"/>
          <p:cNvSpPr/>
          <p:nvPr/>
        </p:nvSpPr>
        <p:spPr>
          <a:xfrm>
            <a:off x="4560156" y="4672611"/>
            <a:ext cx="1080120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通路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4560156" y="5657670"/>
            <a:ext cx="1080120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区域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4560156" y="6150200"/>
            <a:ext cx="1080120" cy="40413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边界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6" name="直接箭头连接符 65"/>
          <p:cNvCxnSpPr>
            <a:stCxn id="6" idx="3"/>
            <a:endCxn id="30" idx="1"/>
          </p:cNvCxnSpPr>
          <p:nvPr/>
        </p:nvCxnSpPr>
        <p:spPr>
          <a:xfrm>
            <a:off x="2018258" y="3680881"/>
            <a:ext cx="72918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6" idx="3"/>
            <a:endCxn id="31" idx="1"/>
          </p:cNvCxnSpPr>
          <p:nvPr/>
        </p:nvCxnSpPr>
        <p:spPr>
          <a:xfrm>
            <a:off x="2018258" y="3680881"/>
            <a:ext cx="729180" cy="1955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>
            <a:stCxn id="29" idx="3"/>
            <a:endCxn id="58" idx="1"/>
          </p:cNvCxnSpPr>
          <p:nvPr/>
        </p:nvCxnSpPr>
        <p:spPr>
          <a:xfrm flipV="1">
            <a:off x="3827558" y="1471623"/>
            <a:ext cx="732598" cy="509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stCxn id="29" idx="3"/>
            <a:endCxn id="57" idx="1"/>
          </p:cNvCxnSpPr>
          <p:nvPr/>
        </p:nvCxnSpPr>
        <p:spPr>
          <a:xfrm>
            <a:off x="3827558" y="1980932"/>
            <a:ext cx="7325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29" idx="3"/>
            <a:endCxn id="56" idx="1"/>
          </p:cNvCxnSpPr>
          <p:nvPr/>
        </p:nvCxnSpPr>
        <p:spPr>
          <a:xfrm>
            <a:off x="3827558" y="1980932"/>
            <a:ext cx="732598" cy="5093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>
            <a:stCxn id="30" idx="3"/>
            <a:endCxn id="55" idx="1"/>
          </p:cNvCxnSpPr>
          <p:nvPr/>
        </p:nvCxnSpPr>
        <p:spPr>
          <a:xfrm flipV="1">
            <a:off x="3827558" y="3188354"/>
            <a:ext cx="732598" cy="4925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stCxn id="30" idx="3"/>
            <a:endCxn id="54" idx="1"/>
          </p:cNvCxnSpPr>
          <p:nvPr/>
        </p:nvCxnSpPr>
        <p:spPr>
          <a:xfrm>
            <a:off x="3827558" y="3680882"/>
            <a:ext cx="73259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stCxn id="30" idx="3"/>
            <a:endCxn id="53" idx="1"/>
          </p:cNvCxnSpPr>
          <p:nvPr/>
        </p:nvCxnSpPr>
        <p:spPr>
          <a:xfrm>
            <a:off x="3827558" y="3680882"/>
            <a:ext cx="732598" cy="492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>
            <a:stCxn id="31" idx="3"/>
            <a:endCxn id="60" idx="1"/>
          </p:cNvCxnSpPr>
          <p:nvPr/>
        </p:nvCxnSpPr>
        <p:spPr>
          <a:xfrm flipV="1">
            <a:off x="3827558" y="4874680"/>
            <a:ext cx="732598" cy="762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>
            <a:stCxn id="31" idx="3"/>
            <a:endCxn id="59" idx="1"/>
          </p:cNvCxnSpPr>
          <p:nvPr/>
        </p:nvCxnSpPr>
        <p:spPr>
          <a:xfrm flipV="1">
            <a:off x="3827558" y="5367209"/>
            <a:ext cx="732598" cy="269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>
            <a:stCxn id="31" idx="3"/>
            <a:endCxn id="61" idx="1"/>
          </p:cNvCxnSpPr>
          <p:nvPr/>
        </p:nvCxnSpPr>
        <p:spPr>
          <a:xfrm>
            <a:off x="3827558" y="5636693"/>
            <a:ext cx="732598" cy="223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>
            <a:stCxn id="31" idx="3"/>
            <a:endCxn id="62" idx="1"/>
          </p:cNvCxnSpPr>
          <p:nvPr/>
        </p:nvCxnSpPr>
        <p:spPr>
          <a:xfrm>
            <a:off x="3827558" y="5636693"/>
            <a:ext cx="732598" cy="715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stCxn id="59" idx="3"/>
            <a:endCxn id="51" idx="1"/>
          </p:cNvCxnSpPr>
          <p:nvPr/>
        </p:nvCxnSpPr>
        <p:spPr>
          <a:xfrm flipV="1">
            <a:off x="5640276" y="4874679"/>
            <a:ext cx="732598" cy="492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>
            <a:stCxn id="59" idx="3"/>
            <a:endCxn id="52" idx="1"/>
          </p:cNvCxnSpPr>
          <p:nvPr/>
        </p:nvCxnSpPr>
        <p:spPr>
          <a:xfrm>
            <a:off x="5640276" y="5367209"/>
            <a:ext cx="7325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>
            <a:stCxn id="59" idx="3"/>
            <a:endCxn id="50" idx="1"/>
          </p:cNvCxnSpPr>
          <p:nvPr/>
        </p:nvCxnSpPr>
        <p:spPr>
          <a:xfrm>
            <a:off x="5640276" y="5367209"/>
            <a:ext cx="732718" cy="492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6" idx="3"/>
            <a:endCxn id="29" idx="1"/>
          </p:cNvCxnSpPr>
          <p:nvPr/>
        </p:nvCxnSpPr>
        <p:spPr>
          <a:xfrm flipV="1">
            <a:off x="2018258" y="1980932"/>
            <a:ext cx="729180" cy="1699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1.5.1</a:t>
            </a:r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像素的邻域与邻接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6330" y="1197546"/>
            <a:ext cx="84969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1.</a:t>
            </a:r>
            <a:r>
              <a:rPr lang="zh-CN" altLang="en-US" sz="2400" b="1" dirty="0"/>
              <a:t>邻域</a:t>
            </a:r>
            <a:endParaRPr lang="en-US" altLang="zh-CN" sz="2400" b="1" dirty="0"/>
          </a:p>
          <a:p>
            <a:r>
              <a:rPr lang="zh-CN" altLang="en-US" sz="2400" dirty="0"/>
              <a:t>    在一定意义下，邻域是指与某一像素相邻的像素的集合。它是反映像素间的空间关系，与像素值的大小没有关系。依据标准的不同，我们可以关注像素</a:t>
            </a:r>
            <a:r>
              <a:rPr lang="en-US" altLang="zh-CN" sz="2400" dirty="0"/>
              <a:t>P</a:t>
            </a:r>
            <a:r>
              <a:rPr lang="zh-CN" altLang="en-US" sz="2400" dirty="0"/>
              <a:t>的</a:t>
            </a:r>
            <a:r>
              <a:rPr lang="zh-CN" altLang="en-US" sz="2400" b="1" dirty="0"/>
              <a:t>四邻域</a:t>
            </a:r>
            <a:r>
              <a:rPr lang="zh-CN" altLang="en-US" sz="2400" dirty="0"/>
              <a:t>、</a:t>
            </a:r>
            <a:r>
              <a:rPr lang="en-US" altLang="zh-CN" sz="2400" b="1" dirty="0"/>
              <a:t>D</a:t>
            </a:r>
            <a:r>
              <a:rPr lang="zh-CN" altLang="en-US" sz="2400" b="1" dirty="0"/>
              <a:t>邻域</a:t>
            </a:r>
            <a:r>
              <a:rPr lang="zh-CN" altLang="en-US" sz="2400" dirty="0"/>
              <a:t>和</a:t>
            </a:r>
            <a:r>
              <a:rPr lang="zh-CN" altLang="en-US" sz="2400" b="1" dirty="0"/>
              <a:t>八邻域</a:t>
            </a:r>
            <a:r>
              <a:rPr lang="zh-CN" altLang="en-US" sz="2400" dirty="0"/>
              <a:t>。</a:t>
            </a:r>
          </a:p>
        </p:txBody>
      </p:sp>
      <p:pic>
        <p:nvPicPr>
          <p:cNvPr id="9" name="图片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6370" y="3204431"/>
            <a:ext cx="2102942" cy="2102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00029" y="3204431"/>
            <a:ext cx="2102942" cy="2102942"/>
          </a:xfrm>
          <a:prstGeom prst="rect">
            <a:avLst/>
          </a:prstGeom>
          <a:noFill/>
        </p:spPr>
      </p:pic>
      <p:pic>
        <p:nvPicPr>
          <p:cNvPr id="11" name="图片 10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4268" y="3204431"/>
            <a:ext cx="2102942" cy="2102942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756370" y="5462568"/>
                <a:ext cx="210294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zh-CN" altLang="zh-CN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的四邻域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70" y="5462568"/>
                <a:ext cx="2102942" cy="415498"/>
              </a:xfrm>
              <a:prstGeom prst="rect">
                <a:avLst/>
              </a:prstGeom>
              <a:blipFill rotWithShape="1">
                <a:blip r:embed="rId6"/>
                <a:stretch>
                  <a:fillRect l="-4" t="-72" r="26" b="-1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3351559" y="5462568"/>
                <a:ext cx="2399881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zh-CN" altLang="zh-CN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dirty="0"/>
                  <a:t>对角邻域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559" y="5462568"/>
                <a:ext cx="2399881" cy="415498"/>
              </a:xfrm>
              <a:prstGeom prst="rect">
                <a:avLst/>
              </a:prstGeom>
              <a:blipFill rotWithShape="1">
                <a:blip r:embed="rId7"/>
                <a:stretch>
                  <a:fillRect l="-1" t="-72" r="10" b="-1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6214267" y="5462568"/>
                <a:ext cx="210294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zh-CN" altLang="zh-CN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dirty="0"/>
                  <a:t>八邻域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267" y="5462568"/>
                <a:ext cx="2102942" cy="415498"/>
              </a:xfrm>
              <a:prstGeom prst="rect">
                <a:avLst/>
              </a:prstGeom>
              <a:blipFill rotWithShape="1">
                <a:blip r:embed="rId8"/>
                <a:stretch>
                  <a:fillRect l="-7" t="-72" r="29" b="-1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" name="墨迹 1"/>
              <p14:cNvContentPartPr/>
              <p14:nvPr/>
            </p14:nvContentPartPr>
            <p14:xfrm>
              <a:off x="260280" y="3321720"/>
              <a:ext cx="7596360" cy="1804320"/>
            </p14:xfrm>
          </p:contentPart>
        </mc:Choice>
        <mc:Fallback>
          <p:pic>
            <p:nvPicPr>
              <p:cNvPr id="2" name="墨迹 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0920" y="3312360"/>
                <a:ext cx="7615080" cy="1823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数字图像处理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6330" y="1197546"/>
            <a:ext cx="849694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2.</a:t>
            </a:r>
            <a:r>
              <a:rPr lang="zh-CN" altLang="en-US" sz="2400" b="1" dirty="0"/>
              <a:t>邻接</a:t>
            </a:r>
            <a:endParaRPr lang="en-US" altLang="zh-CN" sz="2400" b="1" dirty="0"/>
          </a:p>
          <a:p>
            <a:r>
              <a:rPr lang="zh-CN" altLang="en-US" sz="2400" dirty="0"/>
              <a:t>    邻域是像素与空间的关系，那么邻接就是像素与像素间的关系。两个像素邻接的两个必要条件：</a:t>
            </a:r>
          </a:p>
          <a:p>
            <a:pPr marL="720090" indent="-342900">
              <a:buFont typeface="Arial" panose="020B0604020202090204" pitchFamily="34" charset="0"/>
              <a:buChar char="•"/>
            </a:pPr>
            <a:r>
              <a:rPr lang="zh-CN" altLang="en-US" sz="2400" dirty="0"/>
              <a:t>两个像素在某种情况下的位置是否相邻。</a:t>
            </a:r>
          </a:p>
          <a:p>
            <a:pPr marL="720090" indent="-342900">
              <a:buFont typeface="Arial" panose="020B0604020202090204" pitchFamily="34" charset="0"/>
              <a:buChar char="•"/>
            </a:pPr>
            <a:r>
              <a:rPr lang="zh-CN" altLang="en-US" sz="2400" dirty="0"/>
              <a:t>两个像素的值是否满足某种相似性，或者说它们的灰度值是否相等。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    定义</a:t>
            </a:r>
            <a:r>
              <a:rPr lang="en-US" altLang="zh-CN" sz="2400" dirty="0"/>
              <a:t>V</a:t>
            </a:r>
            <a:r>
              <a:rPr lang="zh-CN" altLang="en-US" sz="2400" dirty="0"/>
              <a:t>为决定邻接性的灰度值集合，</a:t>
            </a:r>
            <a:r>
              <a:rPr lang="en-US" altLang="zh-CN" sz="2400" dirty="0"/>
              <a:t>V</a:t>
            </a:r>
            <a:r>
              <a:rPr lang="zh-CN" altLang="en-US" sz="2400" dirty="0"/>
              <a:t>是</a:t>
            </a:r>
            <a:r>
              <a:rPr lang="en-US" altLang="zh-CN" sz="2400" dirty="0"/>
              <a:t>0</a:t>
            </a:r>
            <a:r>
              <a:rPr lang="zh-CN" altLang="en-US" sz="2400" dirty="0"/>
              <a:t>到</a:t>
            </a:r>
            <a:r>
              <a:rPr lang="en-US" altLang="zh-CN" sz="2400" dirty="0"/>
              <a:t>255</a:t>
            </a:r>
            <a:r>
              <a:rPr lang="zh-CN" altLang="en-US" sz="2400" dirty="0"/>
              <a:t>中的任意一个子集。在二值图像中，灰度值都为</a:t>
            </a:r>
            <a:r>
              <a:rPr lang="en-US" altLang="zh-CN" sz="2400" dirty="0"/>
              <a:t>1</a:t>
            </a:r>
            <a:r>
              <a:rPr lang="zh-CN" altLang="en-US" sz="2400" dirty="0"/>
              <a:t>的像素才能被称为是邻接的，即</a:t>
            </a:r>
            <a:r>
              <a:rPr lang="en-US" altLang="zh-CN" sz="2400" dirty="0"/>
              <a:t>V={1}</a:t>
            </a:r>
            <a:r>
              <a:rPr lang="zh-CN" altLang="en-US" sz="2400" dirty="0"/>
              <a:t>。一般我们考虑三种邻接性：</a:t>
            </a:r>
            <a:endParaRPr lang="en-US" altLang="zh-CN" sz="2400" dirty="0"/>
          </a:p>
          <a:p>
            <a:pPr marL="720090" indent="-342900">
              <a:buFont typeface="Arial" panose="020B0604020202090204" pitchFamily="34" charset="0"/>
              <a:buChar char="•"/>
            </a:pPr>
            <a:r>
              <a:rPr lang="zh-CN" altLang="en-US" sz="2400" dirty="0"/>
              <a:t>四邻接</a:t>
            </a:r>
            <a:endParaRPr lang="en-US" altLang="zh-CN" sz="2400" dirty="0"/>
          </a:p>
          <a:p>
            <a:pPr marL="720090" indent="-342900">
              <a:buFont typeface="Arial" panose="020B0604020202090204" pitchFamily="34" charset="0"/>
              <a:buChar char="•"/>
            </a:pPr>
            <a:r>
              <a:rPr lang="zh-CN" altLang="en-US" sz="2400" dirty="0"/>
              <a:t>八邻接</a:t>
            </a:r>
            <a:endParaRPr lang="en-US" altLang="zh-CN" sz="2400" dirty="0"/>
          </a:p>
          <a:p>
            <a:pPr marL="720090" indent="-342900">
              <a:buFont typeface="Arial" panose="020B0604020202090204" pitchFamily="34" charset="0"/>
              <a:buChar char="•"/>
            </a:pPr>
            <a:r>
              <a:rPr lang="en-US" altLang="zh-CN" sz="2400" dirty="0"/>
              <a:t>m</a:t>
            </a:r>
            <a:r>
              <a:rPr lang="zh-CN" altLang="en-US" sz="2400" dirty="0"/>
              <a:t>邻接（混合邻接）</a:t>
            </a:r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数字图像处理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252314" y="1125538"/>
                <a:ext cx="66247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sz="2400" b="1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四邻接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：在集合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中我们取两个像素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集合中，则具有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中数值的两个像素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是四邻接的。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14" y="1125538"/>
                <a:ext cx="6624736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3" t="-26"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3074" y="1125538"/>
            <a:ext cx="1533525" cy="1485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252314" y="2853730"/>
                <a:ext cx="66247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sz="2400" b="1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八邻接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：在集合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中我们取两个像素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8</m:t>
                        </m:r>
                      </m:sub>
                    </m:sSub>
                    <m:d>
                      <m:d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集合中，则具有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中数值的两个像</a:t>
                </a:r>
                <a:r>
                  <a:rPr lang="zh-CN" altLang="zh-CN" sz="24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素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是八邻接的。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14" y="2853730"/>
                <a:ext cx="6624736" cy="1200329"/>
              </a:xfrm>
              <a:prstGeom prst="rect">
                <a:avLst/>
              </a:prstGeom>
              <a:blipFill rotWithShape="1">
                <a:blip r:embed="rId5"/>
                <a:stretch>
                  <a:fillRect l="-3" t="-3" b="-109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253198" y="4581922"/>
                <a:ext cx="662385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m</a:t>
                </a:r>
                <a:r>
                  <a:rPr lang="zh-CN" altLang="zh-CN" sz="2400" b="1" dirty="0"/>
                  <a:t>邻接</a:t>
                </a:r>
                <a:r>
                  <a:rPr lang="en-US" altLang="zh-CN" sz="2400" b="1" dirty="0"/>
                  <a:t>(</a:t>
                </a:r>
                <a:r>
                  <a:rPr lang="zh-CN" altLang="zh-CN" sz="2400" b="1" dirty="0"/>
                  <a:t>混合邻接</a:t>
                </a:r>
                <a:r>
                  <a:rPr lang="en-US" altLang="zh-CN" sz="2400" b="1" dirty="0"/>
                  <a:t>)</a:t>
                </a:r>
                <a:r>
                  <a:rPr lang="zh-CN" altLang="zh-CN" sz="2400" dirty="0"/>
                  <a:t>：</a:t>
                </a:r>
                <a:r>
                  <a:rPr lang="zh-CN" altLang="en-US" sz="2400" dirty="0"/>
                  <a:t>为了消除二义性引入</a:t>
                </a:r>
                <a:r>
                  <a:rPr lang="en-US" altLang="zh-CN" sz="2400" dirty="0"/>
                  <a:t>m</a:t>
                </a:r>
                <a:r>
                  <a:rPr lang="zh-CN" altLang="en-US" sz="2400" dirty="0"/>
                  <a:t>邻接，</a:t>
                </a:r>
                <a:r>
                  <a:rPr lang="zh-CN" altLang="zh-CN" sz="2400" dirty="0"/>
                  <a:t>两个像素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sz="2400" dirty="0"/>
                  <a:t>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zh-CN" sz="2400" dirty="0"/>
                  <a:t>中取值且满足</a:t>
                </a:r>
                <a:r>
                  <a:rPr lang="zh-CN" altLang="en-US" sz="2400" dirty="0"/>
                  <a:t>以下条件之一即为</a:t>
                </a:r>
                <a:r>
                  <a:rPr lang="en-US" altLang="zh-CN" sz="2400" dirty="0"/>
                  <a:t>m</a:t>
                </a:r>
                <a:r>
                  <a:rPr lang="zh-CN" altLang="en-US" sz="2400" dirty="0"/>
                  <a:t>邻接：</a:t>
                </a:r>
                <a:endParaRPr lang="en-US" altLang="zh-CN" sz="2400" dirty="0"/>
              </a:p>
              <a:p>
                <a:pPr marL="342900" indent="-342900"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sz="2400" dirty="0"/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sz="2400" dirty="0"/>
                  <a:t>中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marL="342900" indent="-342900"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sz="2400" dirty="0"/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zh-CN" sz="2400" dirty="0"/>
                  <a:t>中且集合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zh-CN" altLang="zh-CN" sz="2400" dirty="0"/>
                  <a:t>是空集</a:t>
                </a:r>
                <a:r>
                  <a:rPr lang="zh-CN" altLang="en-US" sz="2400" dirty="0"/>
                  <a:t>。</a:t>
                </a: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98" y="4581922"/>
                <a:ext cx="6623852" cy="1938992"/>
              </a:xfrm>
              <a:prstGeom prst="rect">
                <a:avLst/>
              </a:prstGeom>
              <a:blipFill rotWithShape="1">
                <a:blip r:embed="rId6"/>
                <a:stretch>
                  <a:fillRect l="-7" t="-20" b="-6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/>
          <p:cNvCxnSpPr/>
          <p:nvPr/>
        </p:nvCxnSpPr>
        <p:spPr>
          <a:xfrm>
            <a:off x="252314" y="2709714"/>
            <a:ext cx="8568952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52314" y="4437906"/>
            <a:ext cx="8568952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3073" y="2853730"/>
            <a:ext cx="1533525" cy="14859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3073" y="4582709"/>
            <a:ext cx="1533525" cy="148590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406954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1.5.2</a:t>
            </a:r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像素的连通性、区域和边界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24322" y="1261418"/>
                <a:ext cx="856895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1.</a:t>
                </a:r>
                <a:r>
                  <a:rPr lang="zh-CN" altLang="en-US" sz="2400" b="1" dirty="0"/>
                  <a:t>通路</a:t>
                </a:r>
                <a:endParaRPr lang="en-US" altLang="zh-CN" sz="2400" b="1" dirty="0"/>
              </a:p>
              <a:p>
                <a:pPr indent="266700" algn="just"/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像素</a:t>
                </a:r>
                <a14:m>
                  <m:oMath xmlns:m="http://schemas.openxmlformats.org/officeDocument/2006/math">
                    <m:r>
                      <a:rPr lang="en-US" altLang="zh-CN" sz="2400" i="1" kern="100" smtClean="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𝑝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到像素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</a:rPr>
                      <m:t>𝑞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的一条通路，由一系列独立像素组成。通路种类由</a:t>
                </a: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4-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通路、</a:t>
                </a: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8-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通路和</a:t>
                </a: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m-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通路。它们都是在邻接基础上建立的通路关系。</a:t>
                </a:r>
                <a:endParaRPr lang="en-US" altLang="zh-CN" sz="2400" kern="100" dirty="0"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22" y="1261418"/>
                <a:ext cx="8568952" cy="1569660"/>
              </a:xfrm>
              <a:prstGeom prst="rect">
                <a:avLst/>
              </a:prstGeom>
              <a:blipFill rotWithShape="1">
                <a:blip r:embed="rId3"/>
                <a:stretch>
                  <a:fillRect l="-6" t="-20" r="1" b="-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/>
              <p:cNvSpPr txBox="1"/>
              <p:nvPr/>
            </p:nvSpPr>
            <p:spPr>
              <a:xfrm>
                <a:off x="324322" y="2831078"/>
                <a:ext cx="8568952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2.</a:t>
                </a:r>
                <a:r>
                  <a:rPr lang="zh-CN" altLang="en-US" sz="2400" b="1" dirty="0"/>
                  <a:t>连通</a:t>
                </a:r>
                <a:endParaRPr lang="en-US" altLang="zh-CN" sz="2400" b="1" dirty="0"/>
              </a:p>
              <a:p>
                <a:r>
                  <a:rPr lang="en-US" altLang="zh-CN" sz="2400" dirty="0"/>
                  <a:t>    </a:t>
                </a:r>
                <a:r>
                  <a:rPr lang="zh-CN" altLang="zh-CN" sz="2400" dirty="0"/>
                  <a:t>通路上的所有像素灰度值满足相似准则</a:t>
                </a:r>
                <a:r>
                  <a:rPr lang="zh-CN" altLang="en-US" sz="2400" dirty="0"/>
                  <a:t>，</a:t>
                </a:r>
                <a:r>
                  <a:rPr lang="zh-CN" altLang="zh-CN" sz="2400" dirty="0"/>
                  <a:t>可以令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zh-CN" sz="2400" dirty="0"/>
                  <a:t>代表图像中像素中的子集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r>
                  <a:rPr lang="en-US" altLang="zh-CN" sz="2400" dirty="0"/>
                  <a:t>    </a:t>
                </a:r>
                <a:r>
                  <a:rPr lang="zh-CN" altLang="zh-CN" sz="2400" dirty="0"/>
                  <a:t>如果在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zh-CN" sz="2400" dirty="0"/>
                  <a:t>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sz="2400" dirty="0"/>
                  <a:t>之间存在一个全部由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zh-CN" sz="2400" dirty="0"/>
                  <a:t>中的像素组成的通路，则可以说两个像素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sz="2400" dirty="0"/>
                  <a:t>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zh-CN" sz="2400" dirty="0"/>
                  <a:t>中是连通的。</a:t>
                </a:r>
                <a:endParaRPr lang="en-US" altLang="zh-CN" sz="2400" dirty="0"/>
              </a:p>
              <a:p>
                <a:r>
                  <a:rPr lang="en-US" altLang="zh-CN" sz="2400" dirty="0"/>
                  <a:t>    </a:t>
                </a:r>
                <a:r>
                  <a:rPr lang="zh-CN" altLang="zh-CN" sz="2400" dirty="0"/>
                  <a:t>对于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zh-CN" sz="2400" dirty="0"/>
                  <a:t>中的任何像素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zh-CN" sz="2400" dirty="0"/>
                  <a:t>中连通到该像素的像素集叫做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zh-CN" sz="2400" dirty="0"/>
                  <a:t>的连通分量。如果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zh-CN" sz="2400" dirty="0"/>
                  <a:t>仅有一个连通分量，则集合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zh-CN" sz="2400" dirty="0"/>
                  <a:t>叫做连通集。</a:t>
                </a:r>
                <a:endParaRPr lang="en-US" altLang="zh-CN" sz="2400" dirty="0"/>
              </a:p>
              <a:p>
                <a:r>
                  <a:rPr lang="en-US" altLang="zh-CN" sz="2400" dirty="0"/>
                  <a:t>    </a:t>
                </a:r>
                <a:r>
                  <a:rPr lang="zh-CN" altLang="zh-CN" sz="2400" dirty="0"/>
                  <a:t>连通也有</a:t>
                </a:r>
                <a:r>
                  <a:rPr lang="en-US" altLang="zh-CN" sz="2400" dirty="0"/>
                  <a:t>4-</a:t>
                </a:r>
                <a:r>
                  <a:rPr lang="zh-CN" altLang="zh-CN" sz="2400" dirty="0"/>
                  <a:t>连通、</a:t>
                </a:r>
                <a:r>
                  <a:rPr lang="en-US" altLang="zh-CN" sz="2400" dirty="0"/>
                  <a:t>8-</a:t>
                </a:r>
                <a:r>
                  <a:rPr lang="zh-CN" altLang="zh-CN" sz="2400" dirty="0"/>
                  <a:t>连通和</a:t>
                </a:r>
                <a:r>
                  <a:rPr lang="en-US" altLang="zh-CN" sz="2400" dirty="0"/>
                  <a:t>m-</a:t>
                </a:r>
                <a:r>
                  <a:rPr lang="zh-CN" altLang="zh-CN" sz="2400" dirty="0"/>
                  <a:t>连通。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83" name="文本框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22" y="2831078"/>
                <a:ext cx="8568952" cy="3046988"/>
              </a:xfrm>
              <a:prstGeom prst="rect">
                <a:avLst/>
              </a:prstGeom>
              <a:blipFill rotWithShape="1">
                <a:blip r:embed="rId4"/>
                <a:stretch>
                  <a:fillRect l="-6" t="-8" r="1" b="-7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数字图像处理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1332434" y="1627871"/>
          <a:ext cx="4488690" cy="4383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6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6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1087">
                <a:tc>
                  <a:txBody>
                    <a:bodyPr/>
                    <a:lstStyle/>
                    <a:p>
                      <a:pPr algn="ctr"/>
                      <a:endParaRPr lang="zh-CN" altLang="en-US" sz="6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6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6000" b="1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CN" altLang="en-US" sz="6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1087">
                <a:tc>
                  <a:txBody>
                    <a:bodyPr/>
                    <a:lstStyle/>
                    <a:p>
                      <a:pPr algn="ctr"/>
                      <a:endParaRPr lang="zh-CN" altLang="en-US" sz="6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6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6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1087">
                <a:tc>
                  <a:txBody>
                    <a:bodyPr/>
                    <a:lstStyle/>
                    <a:p>
                      <a:pPr algn="ctr"/>
                      <a:endParaRPr lang="zh-CN" altLang="en-US" sz="6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6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6000" b="1" dirty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zh-CN" altLang="en-US" sz="6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300986" y="4468248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8-</a:t>
            </a:r>
            <a:r>
              <a:rPr lang="zh-CN" altLang="en-US" sz="2400" dirty="0"/>
              <a:t>连通：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300986" y="5074654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m-</a:t>
            </a:r>
            <a:r>
              <a:rPr lang="zh-CN" altLang="en-US" sz="2400" dirty="0"/>
              <a:t>连通：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300986" y="3861842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4-</a:t>
            </a:r>
            <a:r>
              <a:rPr lang="zh-CN" altLang="en-US" sz="2400" dirty="0"/>
              <a:t>连通：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7741146" y="4699080"/>
            <a:ext cx="593054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575653" y="3861842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不存在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7741146" y="5305486"/>
            <a:ext cx="593054" cy="0"/>
          </a:xfrm>
          <a:prstGeom prst="line">
            <a:avLst/>
          </a:prstGeom>
          <a:ln w="76200">
            <a:solidFill>
              <a:srgbClr val="007A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3348658" y="2205658"/>
            <a:ext cx="1512168" cy="3240360"/>
            <a:chOff x="3348658" y="2205658"/>
            <a:chExt cx="1512168" cy="3240360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3348658" y="2205658"/>
              <a:ext cx="1512168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3348658" y="2205658"/>
              <a:ext cx="0" cy="172819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 flipV="1">
              <a:off x="3348658" y="3933850"/>
              <a:ext cx="1440160" cy="1512168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/>
          <p:cNvGrpSpPr/>
          <p:nvPr/>
        </p:nvGrpSpPr>
        <p:grpSpPr>
          <a:xfrm>
            <a:off x="3780706" y="2637706"/>
            <a:ext cx="1080120" cy="2292207"/>
            <a:chOff x="3780706" y="2637706"/>
            <a:chExt cx="1080120" cy="2292207"/>
          </a:xfrm>
        </p:grpSpPr>
        <p:cxnSp>
          <p:nvCxnSpPr>
            <p:cNvPr id="29" name="直接连接符 28"/>
            <p:cNvCxnSpPr/>
            <p:nvPr/>
          </p:nvCxnSpPr>
          <p:spPr>
            <a:xfrm flipV="1">
              <a:off x="3780706" y="2637706"/>
              <a:ext cx="1080120" cy="108012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3780706" y="3717826"/>
              <a:ext cx="1080120" cy="1212087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/>
        </p:nvGrpSpPr>
        <p:grpSpPr>
          <a:xfrm>
            <a:off x="3576779" y="2493690"/>
            <a:ext cx="1284047" cy="2627010"/>
            <a:chOff x="3576779" y="2493690"/>
            <a:chExt cx="1284047" cy="2627010"/>
          </a:xfrm>
        </p:grpSpPr>
        <p:cxnSp>
          <p:nvCxnSpPr>
            <p:cNvPr id="35" name="直接连接符 34"/>
            <p:cNvCxnSpPr/>
            <p:nvPr/>
          </p:nvCxnSpPr>
          <p:spPr>
            <a:xfrm>
              <a:off x="3576779" y="2493690"/>
              <a:ext cx="1284047" cy="0"/>
            </a:xfrm>
            <a:prstGeom prst="line">
              <a:avLst/>
            </a:prstGeom>
            <a:ln w="76200">
              <a:solidFill>
                <a:srgbClr val="007A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3576779" y="2493690"/>
              <a:ext cx="0" cy="1368151"/>
            </a:xfrm>
            <a:prstGeom prst="line">
              <a:avLst/>
            </a:prstGeom>
            <a:ln w="76200">
              <a:solidFill>
                <a:srgbClr val="007A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3576779" y="3861841"/>
              <a:ext cx="1233113" cy="1258859"/>
            </a:xfrm>
            <a:prstGeom prst="line">
              <a:avLst/>
            </a:prstGeom>
            <a:ln w="76200">
              <a:solidFill>
                <a:srgbClr val="007AD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数字图像处理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24322" y="1125538"/>
                <a:ext cx="8568952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3.</a:t>
                </a:r>
                <a:r>
                  <a:rPr lang="zh-CN" altLang="zh-CN" sz="2400" b="1" kern="100" dirty="0">
                    <a:latin typeface="Times New Roman" panose="02020603050405020304" pitchFamily="18" charset="0"/>
                    <a:ea typeface="宋体" pitchFamily="2" charset="-122"/>
                  </a:rPr>
                  <a:t>区域和边界</a:t>
                </a:r>
                <a:endParaRPr lang="en-US" altLang="zh-CN" sz="2400" b="1" kern="100" dirty="0">
                  <a:latin typeface="Times New Roman" panose="02020603050405020304" pitchFamily="18" charset="0"/>
                  <a:ea typeface="宋体" pitchFamily="2" charset="-122"/>
                </a:endParaRPr>
              </a:p>
              <a:p>
                <a:r>
                  <a:rPr lang="en-US" altLang="zh-CN" sz="2400" dirty="0"/>
                  <a:t>    </a:t>
                </a:r>
                <a:r>
                  <a:rPr lang="zh-CN" altLang="zh-CN" sz="2400" dirty="0"/>
                  <a:t>数字图像区域的定义是建立在图像连通集定义的基础上的。令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zh-CN" sz="2400" dirty="0"/>
                  <a:t>是图像中的一个像素子集。如果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zh-CN" sz="2400" dirty="0"/>
                  <a:t>也是连通集，则称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zh-CN" sz="2400" dirty="0"/>
                  <a:t>为一个区域。在谈区域时，必须制定邻接的类型</a:t>
                </a:r>
                <a:r>
                  <a:rPr lang="en-US" altLang="zh-CN" sz="2400" dirty="0"/>
                  <a:t>(4</a:t>
                </a:r>
                <a:r>
                  <a:rPr lang="zh-CN" altLang="zh-CN" sz="2400" dirty="0"/>
                  <a:t>邻接或</a:t>
                </a:r>
                <a:r>
                  <a:rPr lang="en-US" altLang="zh-CN" sz="2400" dirty="0"/>
                  <a:t>8</a:t>
                </a:r>
                <a:r>
                  <a:rPr lang="zh-CN" altLang="zh-CN" sz="2400" dirty="0"/>
                  <a:t>邻接</a:t>
                </a:r>
                <a:r>
                  <a:rPr lang="en-US" altLang="zh-CN" sz="2400" dirty="0"/>
                  <a:t>)</a:t>
                </a:r>
                <a:r>
                  <a:rPr lang="zh-CN" altLang="zh-CN" sz="2400" dirty="0"/>
                  <a:t>。</a:t>
                </a:r>
              </a:p>
              <a:p>
                <a:r>
                  <a:rPr lang="en-US" altLang="zh-CN" sz="2400" dirty="0"/>
                  <a:t>    </a:t>
                </a:r>
                <a:r>
                  <a:rPr lang="zh-CN" altLang="zh-CN" sz="2400" dirty="0"/>
                  <a:t>数字图像边界的概念是相对于数字图像区域的概念而言的。图像中的像素子集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zh-CN" sz="2400" dirty="0"/>
                  <a:t>的边界</a:t>
                </a:r>
                <a:r>
                  <a:rPr lang="en-US" altLang="zh-CN" sz="2400" dirty="0"/>
                  <a:t>(</a:t>
                </a:r>
                <a:r>
                  <a:rPr lang="zh-CN" altLang="zh-CN" sz="2400" dirty="0"/>
                  <a:t>也称为边缘或轮廓</a:t>
                </a:r>
                <a:r>
                  <a:rPr lang="en-US" altLang="zh-CN" sz="2400" dirty="0"/>
                  <a:t>)</a:t>
                </a:r>
                <a:r>
                  <a:rPr lang="zh-CN" altLang="zh-CN" sz="2400" dirty="0"/>
                  <a:t>是区域中像素的集合，该区域有一个或多个不在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zh-CN" sz="2400" dirty="0"/>
                  <a:t>中的邻接像素的像素所组成的集合。</a:t>
                </a: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22" y="1125538"/>
                <a:ext cx="8568952" cy="3046988"/>
              </a:xfrm>
              <a:prstGeom prst="rect">
                <a:avLst/>
              </a:prstGeom>
              <a:blipFill rotWithShape="1">
                <a:blip r:embed="rId3"/>
                <a:stretch>
                  <a:fillRect l="-6" t="-10" r="1" b="-37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0586" y="4005858"/>
            <a:ext cx="2385122" cy="2385122"/>
          </a:xfrm>
          <a:prstGeom prst="rect">
            <a:avLst/>
          </a:prstGeom>
        </p:spPr>
      </p:pic>
      <p:cxnSp>
        <p:nvCxnSpPr>
          <p:cNvPr id="8" name="直接连接符 7"/>
          <p:cNvCxnSpPr>
            <a:endCxn id="10" idx="1"/>
          </p:cNvCxnSpPr>
          <p:nvPr/>
        </p:nvCxnSpPr>
        <p:spPr>
          <a:xfrm flipV="1">
            <a:off x="4068738" y="4605006"/>
            <a:ext cx="1656184" cy="59341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endCxn id="16" idx="1"/>
          </p:cNvCxnSpPr>
          <p:nvPr/>
        </p:nvCxnSpPr>
        <p:spPr>
          <a:xfrm flipV="1">
            <a:off x="4538659" y="5562450"/>
            <a:ext cx="1186263" cy="5561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5724922" y="4374173"/>
            <a:ext cx="1449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区域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724922" y="5331617"/>
            <a:ext cx="1449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边界</a:t>
            </a:r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1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dirty="0"/>
              <a:t>1.6</a:t>
            </a:r>
            <a:r>
              <a:rPr lang="zh-CN" altLang="zh-CN" dirty="0"/>
              <a:t>距离度量</a:t>
            </a:r>
            <a:endParaRPr lang="en-US" altLang="zh-CN" dirty="0"/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24322" y="1485578"/>
                <a:ext cx="8568952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    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距离度量是数学中的法则，用在某些空间中测量沿曲线的距离和曲线间的角度，包含曲线所在空间的曲率的信息。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距离度量的定义：</a:t>
                </a:r>
                <a:endParaRPr lang="en-US" altLang="zh-CN" sz="2400" dirty="0"/>
              </a:p>
              <a:p>
                <a:r>
                  <a:rPr lang="en-US" altLang="zh-CN" sz="2400" dirty="0"/>
                  <a:t>    </a:t>
                </a:r>
                <a:r>
                  <a:rPr lang="zh-CN" altLang="zh-CN" sz="2400" dirty="0"/>
                  <a:t>对于像素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zh-CN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zh-CN" sz="2400" dirty="0"/>
                  <a:t>，分别具有坐标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，如果：</a:t>
                </a:r>
              </a:p>
              <a:p>
                <a:r>
                  <a:rPr lang="en-US" altLang="zh-CN" sz="2400" dirty="0"/>
                  <a:t> (a)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)≥</m:t>
                    </m:r>
                  </m:oMath>
                </a14:m>
                <a:r>
                  <a:rPr lang="en-US" altLang="zh-CN" sz="2400" dirty="0"/>
                  <a:t>0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)=0]</m:t>
                    </m:r>
                  </m:oMath>
                </a14:m>
                <a:r>
                  <a:rPr lang="zh-CN" altLang="zh-CN" sz="2400" dirty="0"/>
                  <a:t>，当且仅当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zh-CN" altLang="zh-CN" sz="2400" dirty="0"/>
              </a:p>
              <a:p>
                <a:r>
                  <a:rPr lang="en-US" altLang="zh-CN" sz="2400" dirty="0"/>
                  <a:t> (b)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sz="2400" dirty="0"/>
              </a:p>
              <a:p>
                <a:r>
                  <a:rPr lang="en-US" altLang="zh-CN" sz="2400" dirty="0"/>
                  <a:t> (c)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)≤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/>
              </a:p>
              <a:p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</a:rPr>
                  <a:t>D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是距离函数或度量。下面介绍几种常见的距离度量。</a:t>
                </a:r>
                <a:endParaRPr lang="zh-CN" altLang="zh-CN" sz="2400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22" y="1485578"/>
                <a:ext cx="8568952" cy="3416320"/>
              </a:xfrm>
              <a:prstGeom prst="rect">
                <a:avLst/>
              </a:prstGeom>
              <a:blipFill rotWithShape="1">
                <a:blip r:embed="rId3"/>
                <a:stretch>
                  <a:fillRect l="-6" t="-9" r="1" b="-15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数字图像处理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24322" y="1125538"/>
                <a:ext cx="8568952" cy="2104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1.</a:t>
                </a:r>
                <a:r>
                  <a:rPr lang="zh-CN" altLang="zh-CN" sz="2400" b="1" kern="100" dirty="0">
                    <a:effectLst/>
                    <a:latin typeface="Arial" panose="020B0604020202090204" pitchFamily="34" charset="0"/>
                    <a:ea typeface="宋体" pitchFamily="2" charset="-122"/>
                  </a:rPr>
                  <a:t>欧氏距离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𝑫</m:t>
                        </m:r>
                      </m:e>
                      <m:sub>
                        <m:r>
                          <a:rPr lang="en-US" altLang="zh-CN" sz="2400" b="1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</a:rPr>
                          <m:t>𝒆</m:t>
                        </m:r>
                      </m:sub>
                    </m:sSub>
                  </m:oMath>
                </a14:m>
                <a:endParaRPr lang="zh-CN" altLang="zh-CN" sz="2400" kern="100" dirty="0"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  <a:p>
                <a:r>
                  <a:rPr lang="zh-CN" altLang="en-US" sz="2400" b="1" kern="100" dirty="0">
                    <a:latin typeface="Times New Roman" panose="02020603050405020304" pitchFamily="18" charset="0"/>
                    <a:ea typeface="宋体" pitchFamily="2" charset="-122"/>
                  </a:rPr>
                  <a:t>定义：</a:t>
                </a:r>
                <a:endParaRPr lang="en-US" altLang="zh-CN" sz="2400" b="1" kern="100" dirty="0">
                  <a:latin typeface="Times New Roman" panose="02020603050405020304" pitchFamily="18" charset="0"/>
                  <a:ea typeface="宋体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 ker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zh-CN" sz="2400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zh-CN" sz="2400">
                          <a:effectLst/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400" i="1" ker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2400" i="1" ker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400" i="1" ker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zh-CN" sz="2400" i="1" ker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Cambria Math" panose="02040503050406030204" pitchFamily="18" charset="0"/>
                                          <a:ea typeface="宋体" pitchFamily="2" charset="-122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2400" i="1">
                                          <a:effectLst/>
                                          <a:latin typeface="Cambria Math" panose="02040503050406030204" pitchFamily="18" charset="0"/>
                                          <a:ea typeface="宋体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i="1">
                                          <a:effectLst/>
                                          <a:latin typeface="Cambria Math" panose="02040503050406030204" pitchFamily="18" charset="0"/>
                                          <a:ea typeface="宋体" pitchFamily="2" charset="-122"/>
                                          <a:cs typeface="Times New Roman" panose="020206030504050203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400">
                                      <a:effectLst/>
                                      <a:latin typeface="Cambria Math" panose="02040503050406030204" pitchFamily="18" charset="0"/>
                                      <a:ea typeface="宋体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zh-CN" sz="2400" i="1" ker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zh-CN" sz="2400" i="1" kern="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effectLst/>
                                          <a:latin typeface="Cambria Math" panose="02040503050406030204" pitchFamily="18" charset="0"/>
                                          <a:ea typeface="宋体" pitchFamily="2" charset="-122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CN" sz="2400" i="1">
                                          <a:effectLst/>
                                          <a:latin typeface="Cambria Math" panose="02040503050406030204" pitchFamily="18" charset="0"/>
                                          <a:ea typeface="宋体" pitchFamily="2" charset="-122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i="1">
                                          <a:effectLst/>
                                          <a:latin typeface="Cambria Math" panose="02040503050406030204" pitchFamily="18" charset="0"/>
                                          <a:ea typeface="宋体" pitchFamily="2" charset="-122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400">
                                      <a:effectLst/>
                                      <a:latin typeface="Cambria Math" panose="02040503050406030204" pitchFamily="18" charset="0"/>
                                      <a:ea typeface="宋体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zh-CN" altLang="zh-CN" sz="2400" i="1" ker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CN" sz="2400" b="1" kern="100" dirty="0">
                  <a:latin typeface="Times New Roman" panose="02020603050405020304" pitchFamily="18" charset="0"/>
                  <a:ea typeface="宋体" pitchFamily="2" charset="-122"/>
                </a:endParaRPr>
              </a:p>
              <a:p>
                <a:r>
                  <a:rPr lang="en-US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距点</a:t>
                </a:r>
                <a14:m>
                  <m:oMath xmlns:m="http://schemas.openxmlformats.org/officeDocument/2006/math">
                    <m:r>
                      <a:rPr lang="en-US" altLang="zh-CN" sz="24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宋体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距离小于或等于某一值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的像素形成一个中心在</a:t>
                </a:r>
                <a14:m>
                  <m:oMath xmlns:m="http://schemas.openxmlformats.org/officeDocument/2006/math">
                    <m: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400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的半径为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宋体" pitchFamily="2" charset="-122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zh-CN" altLang="zh-CN" sz="2400" kern="100" dirty="0">
                    <a:effectLst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rPr>
                  <a:t>的圆平面。</a:t>
                </a:r>
                <a:endParaRPr lang="en-US" altLang="zh-CN" sz="2400" b="1" kern="100" dirty="0"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22" y="1125538"/>
                <a:ext cx="8568952" cy="2104679"/>
              </a:xfrm>
              <a:prstGeom prst="rect">
                <a:avLst/>
              </a:prstGeom>
              <a:blipFill rotWithShape="1">
                <a:blip r:embed="rId3"/>
                <a:stretch>
                  <a:fillRect l="-6" t="-15" r="1" b="-58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椭圆 7"/>
          <p:cNvSpPr/>
          <p:nvPr/>
        </p:nvSpPr>
        <p:spPr>
          <a:xfrm>
            <a:off x="2556570" y="3285778"/>
            <a:ext cx="3312368" cy="33123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4140746" y="4941962"/>
            <a:ext cx="72008" cy="7200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3132634" y="3897846"/>
            <a:ext cx="2160240" cy="21602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4189675" y="4759656"/>
                <a:ext cx="766237" cy="398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kern="100" smtClean="0">
                          <a:effectLst/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000" kern="100">
                          <a:effectLst/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CN" sz="2000" i="1" kern="100">
                          <a:effectLst/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altLang="zh-CN" sz="2000" kern="100">
                          <a:effectLst/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675" y="4759656"/>
                <a:ext cx="766237" cy="398330"/>
              </a:xfrm>
              <a:prstGeom prst="rect">
                <a:avLst/>
              </a:prstGeom>
              <a:blipFill rotWithShape="1">
                <a:blip r:embed="rId4"/>
                <a:stretch>
                  <a:fillRect l="-76" t="-83" r="49" b="-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/>
          <p:cNvCxnSpPr>
            <a:stCxn id="8" idx="1"/>
            <a:endCxn id="16" idx="1"/>
          </p:cNvCxnSpPr>
          <p:nvPr/>
        </p:nvCxnSpPr>
        <p:spPr>
          <a:xfrm>
            <a:off x="3041655" y="3770863"/>
            <a:ext cx="1109636" cy="11816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3564682" y="4077866"/>
                <a:ext cx="262181" cy="398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kern="100" smtClean="0">
                          <a:effectLst/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𝑟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4682" y="4077866"/>
                <a:ext cx="262181" cy="398330"/>
              </a:xfrm>
              <a:prstGeom prst="rect">
                <a:avLst/>
              </a:prstGeom>
              <a:blipFill rotWithShape="1">
                <a:blip r:embed="rId5"/>
                <a:stretch>
                  <a:fillRect l="-163" t="-133" r="135" b="-9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椭圆 20"/>
          <p:cNvSpPr/>
          <p:nvPr/>
        </p:nvSpPr>
        <p:spPr>
          <a:xfrm>
            <a:off x="3005651" y="3734859"/>
            <a:ext cx="72008" cy="7200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墨迹 1"/>
              <p14:cNvContentPartPr/>
              <p14:nvPr/>
            </p14:nvContentPartPr>
            <p14:xfrm>
              <a:off x="1905480" y="2953440"/>
              <a:ext cx="6846840" cy="3195000"/>
            </p14:xfrm>
          </p:contentPart>
        </mc:Choice>
        <mc:Fallback>
          <p:pic>
            <p:nvPicPr>
              <p:cNvPr id="2" name="墨迹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96120" y="2944080"/>
                <a:ext cx="6865560" cy="3213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数字图像处理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24322" y="1125538"/>
                <a:ext cx="856895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2.</a:t>
                </a:r>
                <a:r>
                  <a:rPr lang="zh-CN" altLang="zh-CN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zh-CN" sz="2400" b="1" dirty="0"/>
                  <a:t>距离</a:t>
                </a:r>
                <a:r>
                  <a:rPr lang="en-US" altLang="zh-CN" sz="2400" b="1" dirty="0"/>
                  <a:t>(</a:t>
                </a:r>
                <a:r>
                  <a:rPr lang="zh-CN" altLang="zh-CN" sz="2400" b="1" dirty="0"/>
                  <a:t>城市距离</a:t>
                </a:r>
                <a:r>
                  <a:rPr lang="en-US" altLang="zh-CN" sz="2400" b="1" dirty="0"/>
                  <a:t>)</a:t>
                </a:r>
                <a:endParaRPr lang="zh-CN" altLang="zh-CN" sz="2400" dirty="0"/>
              </a:p>
              <a:p>
                <a:r>
                  <a:rPr lang="zh-CN" altLang="en-US" sz="2400" b="1" kern="100" dirty="0">
                    <a:latin typeface="Times New Roman" panose="02020603050405020304" pitchFamily="18" charset="0"/>
                    <a:ea typeface="宋体" pitchFamily="2" charset="-122"/>
                  </a:rPr>
                  <a:t>定义：</a:t>
                </a:r>
                <a:endParaRPr lang="en-US" altLang="zh-CN" sz="2400" b="1" kern="100" dirty="0">
                  <a:latin typeface="Times New Roman" panose="02020603050405020304" pitchFamily="18" charset="0"/>
                  <a:ea typeface="宋体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 ker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zh-CN" sz="2400" i="1" ker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zh-CN" sz="2400" i="1" ker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2400" b="1" kern="100" dirty="0">
                  <a:latin typeface="Times New Roman" panose="02020603050405020304" pitchFamily="18" charset="0"/>
                  <a:ea typeface="宋体" pitchFamily="2" charset="-122"/>
                </a:endParaRPr>
              </a:p>
              <a:p>
                <a:r>
                  <a:rPr lang="en-US" altLang="zh-CN" sz="2400" dirty="0"/>
                  <a:t>    </a:t>
                </a:r>
                <a:r>
                  <a:rPr lang="zh-CN" altLang="zh-CN" sz="2400" dirty="0"/>
                  <a:t>距点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zh-CN" sz="2400" dirty="0"/>
                  <a:t>距离小于或等于某一值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zh-CN" sz="2400" dirty="0"/>
                  <a:t>的像素形成一个中心在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的菱形。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zh-CN" sz="2400" dirty="0"/>
                  <a:t>＝</a:t>
                </a:r>
                <a:r>
                  <a:rPr lang="en-US" altLang="zh-CN" sz="2400" dirty="0"/>
                  <a:t>1</a:t>
                </a:r>
                <a:r>
                  <a:rPr lang="zh-CN" altLang="zh-CN" sz="2400" dirty="0"/>
                  <a:t>的像素是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zh-CN" sz="2400" dirty="0"/>
                  <a:t>。</a:t>
                </a:r>
                <a:endParaRPr lang="en-US" altLang="zh-CN" sz="2400" b="1" kern="100" dirty="0"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22" y="1125538"/>
                <a:ext cx="8568952" cy="1938992"/>
              </a:xfrm>
              <a:prstGeom prst="rect">
                <a:avLst/>
              </a:prstGeom>
              <a:blipFill rotWithShape="1">
                <a:blip r:embed="rId3"/>
                <a:stretch>
                  <a:fillRect l="-6" t="-16" r="1" b="-9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2772594" y="3296436"/>
          <a:ext cx="3120540" cy="302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4867"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867"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867"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867"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墨迹 2"/>
              <p14:cNvContentPartPr/>
              <p14:nvPr/>
            </p14:nvContentPartPr>
            <p14:xfrm>
              <a:off x="4464720" y="4554000"/>
              <a:ext cx="1035720" cy="159120"/>
            </p14:xfrm>
          </p:contentPart>
        </mc:Choice>
        <mc:Fallback>
          <p:pic>
            <p:nvPicPr>
              <p:cNvPr id="3" name="墨迹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55360" y="4544640"/>
                <a:ext cx="1054440" cy="17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/>
          <p:cNvCxnSpPr/>
          <p:nvPr/>
        </p:nvCxnSpPr>
        <p:spPr>
          <a:xfrm>
            <a:off x="0" y="1078885"/>
            <a:ext cx="9153329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数字图像处理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24322" y="1125538"/>
                <a:ext cx="856895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3.</a:t>
                </a:r>
                <a:r>
                  <a:rPr lang="zh-CN" altLang="zh-CN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</m:oMath>
                </a14:m>
                <a:r>
                  <a:rPr lang="zh-CN" altLang="zh-CN" sz="2400" b="1" dirty="0"/>
                  <a:t>距离</a:t>
                </a:r>
                <a:r>
                  <a:rPr lang="en-US" altLang="zh-CN" sz="2400" b="1" dirty="0"/>
                  <a:t>(</a:t>
                </a:r>
                <a:r>
                  <a:rPr lang="zh-CN" altLang="zh-CN" sz="2400" b="1" dirty="0"/>
                  <a:t>棋盘距离</a:t>
                </a:r>
                <a:r>
                  <a:rPr lang="en-US" altLang="zh-CN" sz="2400" b="1" dirty="0"/>
                  <a:t>)</a:t>
                </a:r>
                <a:endParaRPr lang="zh-CN" altLang="zh-CN" sz="2400" dirty="0"/>
              </a:p>
              <a:p>
                <a:r>
                  <a:rPr lang="zh-CN" altLang="en-US" sz="2400" b="1" kern="100" dirty="0">
                    <a:latin typeface="Times New Roman" panose="02020603050405020304" pitchFamily="18" charset="0"/>
                    <a:ea typeface="宋体" pitchFamily="2" charset="-122"/>
                  </a:rPr>
                  <a:t>定义：</a:t>
                </a:r>
                <a:endParaRPr lang="en-US" altLang="zh-CN" sz="2400" b="1" kern="100" dirty="0">
                  <a:latin typeface="Times New Roman" panose="02020603050405020304" pitchFamily="18" charset="0"/>
                  <a:ea typeface="宋体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8</m:t>
                          </m:r>
                        </m:sub>
                      </m:sSub>
                      <m:d>
                        <m:dPr>
                          <m:ctrlPr>
                            <a:rPr lang="zh-CN" altLang="zh-CN" sz="2400" i="1" ker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>
                          <a:effectLst/>
                          <a:latin typeface="Cambria Math" panose="020405030504060302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m:t>𝑚𝑎𝑥</m:t>
                      </m:r>
                      <m:d>
                        <m:dPr>
                          <m:ctrlPr>
                            <a:rPr lang="zh-CN" altLang="zh-CN" sz="2400" i="1" ker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zh-CN" sz="2400" i="1" ker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sz="2400" i="1">
                              <a:effectLst/>
                              <a:latin typeface="Cambria Math" panose="02040503050406030204" pitchFamily="18" charset="0"/>
                              <a:ea typeface="宋体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zh-CN" altLang="zh-CN" sz="2400" i="1" ker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effectLst/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400" b="1" kern="100" dirty="0">
                  <a:latin typeface="Times New Roman" panose="02020603050405020304" pitchFamily="18" charset="0"/>
                  <a:ea typeface="宋体" pitchFamily="2" charset="-122"/>
                </a:endParaRPr>
              </a:p>
              <a:p>
                <a:r>
                  <a:rPr lang="en-US" altLang="zh-CN" sz="2400" dirty="0"/>
                  <a:t>    </a:t>
                </a:r>
                <a:r>
                  <a:rPr lang="zh-CN" altLang="zh-CN" sz="2400" dirty="0"/>
                  <a:t>距点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zh-CN" altLang="zh-CN" sz="2400" dirty="0"/>
                  <a:t>距离小于或等于某一值</a:t>
                </a:r>
                <a:r>
                  <a:rPr lang="en-US" altLang="zh-CN" sz="2400" dirty="0"/>
                  <a:t>r</a:t>
                </a:r>
                <a:r>
                  <a:rPr lang="zh-CN" altLang="zh-CN" sz="2400" dirty="0"/>
                  <a:t>的像素形成一个中心在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的正方形。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zh-CN" altLang="zh-CN" sz="2400" dirty="0"/>
                  <a:t>＝</a:t>
                </a:r>
                <a:r>
                  <a:rPr lang="en-US" altLang="zh-CN" sz="2400" dirty="0"/>
                  <a:t>1</a:t>
                </a:r>
                <a:r>
                  <a:rPr lang="zh-CN" altLang="zh-CN" sz="2400" dirty="0"/>
                  <a:t>的像素是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zh-CN" altLang="zh-CN" sz="2400" dirty="0"/>
                  <a:t>。</a:t>
                </a:r>
                <a:endParaRPr lang="en-US" altLang="zh-CN" sz="2400" b="1" kern="100" dirty="0"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22" y="1125538"/>
                <a:ext cx="8568952" cy="1938992"/>
              </a:xfrm>
              <a:prstGeom prst="rect">
                <a:avLst/>
              </a:prstGeom>
              <a:blipFill rotWithShape="1">
                <a:blip r:embed="rId3"/>
                <a:stretch>
                  <a:fillRect l="-6" t="-16" r="1" b="-9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2772594" y="3296436"/>
          <a:ext cx="3120540" cy="302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1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48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8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8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8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墨迹 2"/>
              <p14:cNvContentPartPr/>
              <p14:nvPr/>
            </p14:nvContentPartPr>
            <p14:xfrm>
              <a:off x="3912120" y="4331880"/>
              <a:ext cx="934200" cy="1048320"/>
            </p14:xfrm>
          </p:contentPart>
        </mc:Choice>
        <mc:Fallback>
          <p:pic>
            <p:nvPicPr>
              <p:cNvPr id="3" name="墨迹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02760" y="4322520"/>
                <a:ext cx="952920" cy="1067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3"/>
          <p:cNvSpPr txBox="1">
            <a:spLocks noChangeArrowheads="1"/>
          </p:cNvSpPr>
          <p:nvPr/>
        </p:nvSpPr>
        <p:spPr bwMode="auto">
          <a:xfrm>
            <a:off x="1943412" y="538817"/>
            <a:ext cx="3061562" cy="415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数字图像处理</a:t>
            </a:r>
            <a:endParaRPr lang="en-US" altLang="zh-CN" sz="21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8" name="燕尾形 47"/>
          <p:cNvSpPr/>
          <p:nvPr/>
        </p:nvSpPr>
        <p:spPr>
          <a:xfrm>
            <a:off x="1281410" y="405458"/>
            <a:ext cx="645259" cy="682343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142957" y="532282"/>
            <a:ext cx="1138453" cy="461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24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570" y="1629594"/>
            <a:ext cx="403860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82812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自定义 81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EF7768"/>
      </a:accent1>
      <a:accent2>
        <a:srgbClr val="C7C7C7"/>
      </a:accent2>
      <a:accent3>
        <a:srgbClr val="38B1BF"/>
      </a:accent3>
      <a:accent4>
        <a:srgbClr val="FF9933"/>
      </a:accent4>
      <a:accent5>
        <a:srgbClr val="7F7F7F"/>
      </a:accent5>
      <a:accent6>
        <a:srgbClr val="878787"/>
      </a:accent6>
      <a:hlink>
        <a:srgbClr val="006387"/>
      </a:hlink>
      <a:folHlink>
        <a:srgbClr val="8B8B8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我的主题色">
      <a:dk1>
        <a:sysClr val="windowText" lastClr="000000"/>
      </a:dk1>
      <a:lt1>
        <a:sysClr val="window" lastClr="FFFFFF"/>
      </a:lt1>
      <a:dk2>
        <a:srgbClr val="E6325C"/>
      </a:dk2>
      <a:lt2>
        <a:srgbClr val="E6325C"/>
      </a:lt2>
      <a:accent1>
        <a:srgbClr val="A3CD39"/>
      </a:accent1>
      <a:accent2>
        <a:srgbClr val="A3CD39"/>
      </a:accent2>
      <a:accent3>
        <a:srgbClr val="4EC0A5"/>
      </a:accent3>
      <a:accent4>
        <a:srgbClr val="4EC0A5"/>
      </a:accent4>
      <a:accent5>
        <a:srgbClr val="E4BE33"/>
      </a:accent5>
      <a:accent6>
        <a:srgbClr val="E4BE33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极目远眺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</TotalTime>
  <Words>2871</Words>
  <Application>Microsoft Office PowerPoint</Application>
  <PresentationFormat>自定义</PresentationFormat>
  <Paragraphs>429</Paragraphs>
  <Slides>48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48</vt:i4>
      </vt:variant>
    </vt:vector>
  </HeadingPairs>
  <TitlesOfParts>
    <vt:vector size="62" baseType="lpstr">
      <vt:lpstr>Microsoft JhengHei UI</vt:lpstr>
      <vt:lpstr>PMingLiU</vt:lpstr>
      <vt:lpstr>宋体</vt:lpstr>
      <vt:lpstr>微软雅黑</vt:lpstr>
      <vt:lpstr>Arial</vt:lpstr>
      <vt:lpstr>Calibri</vt:lpstr>
      <vt:lpstr>Cambria Math</vt:lpstr>
      <vt:lpstr>Eras Bold ITC</vt:lpstr>
      <vt:lpstr>Impact</vt:lpstr>
      <vt:lpstr>Palatino Linotype</vt:lpstr>
      <vt:lpstr>Times New Roman</vt:lpstr>
      <vt:lpstr>Wingdings</vt:lpstr>
      <vt:lpstr>Office 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亮亮图文旗舰店</dc:subject>
  <dc:creator/>
  <cp:keywords>更多模版：亮亮图文旗舰店https:/liangliangtuwen.tmall.com</cp:keywords>
  <dc:description>更多模版：亮亮图文旗舰店https://liangliangtuwen.tmall.com</dc:description>
  <cp:lastModifiedBy>admin</cp:lastModifiedBy>
  <cp:revision>181</cp:revision>
  <dcterms:created xsi:type="dcterms:W3CDTF">2025-09-09T12:39:26Z</dcterms:created>
  <dcterms:modified xsi:type="dcterms:W3CDTF">2025-09-12T09:49:43Z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735A3D17688E65AADCDEBF689EA2107C_42</vt:lpwstr>
  </property>
  <property fmtid="{D5CDD505-2E9C-101B-9397-08002B2CF9AE}" pid="3" name="KSOProductBuildVer">
    <vt:lpwstr>2052-6.7.1.8828</vt:lpwstr>
  </property>
</Properties>
</file>