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ink/ink2.xml" ContentType="application/inkml+xml"/>
  <Override PartName="/ppt/tags/tag10.xml" ContentType="application/vnd.openxmlformats-officedocument.presentationml.tags+xml"/>
  <Override PartName="/ppt/ink/ink3.xml" ContentType="application/inkml+xml"/>
  <Override PartName="/ppt/tags/tag11.xml" ContentType="application/vnd.openxmlformats-officedocument.presentationml.tags+xml"/>
  <Override PartName="/ppt/ink/ink4.xml" ContentType="application/inkml+xml"/>
  <Override PartName="/ppt/ink/ink5.xml" ContentType="application/inkml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tags/tag17.xml" ContentType="application/vnd.openxmlformats-officedocument.presentationml.tags+xml"/>
  <Override PartName="/ppt/ink/ink11.xml" ContentType="application/inkml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8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309" r:id="rId2"/>
    <p:sldId id="313" r:id="rId3"/>
    <p:sldId id="310" r:id="rId4"/>
    <p:sldId id="311" r:id="rId5"/>
    <p:sldId id="312" r:id="rId6"/>
    <p:sldId id="328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7" r:id="rId17"/>
    <p:sldId id="323" r:id="rId18"/>
    <p:sldId id="324" r:id="rId19"/>
    <p:sldId id="325" r:id="rId20"/>
    <p:sldId id="32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786103F-CF0B-1E49-B342-57FC36D77344}">
          <p14:sldIdLst>
            <p14:sldId id="309"/>
            <p14:sldId id="313"/>
          </p14:sldIdLst>
        </p14:section>
        <p14:section name="1.卷积" id="{BDB298B1-B598-5041-8C52-CC194FE131A4}">
          <p14:sldIdLst>
            <p14:sldId id="310"/>
            <p14:sldId id="311"/>
            <p14:sldId id="312"/>
          </p14:sldIdLst>
        </p14:section>
        <p14:section name="4.2均值模糊" id="{A9184DFB-A20D-824B-AC29-73FE106247C4}">
          <p14:sldIdLst>
            <p14:sldId id="328"/>
            <p14:sldId id="314"/>
          </p14:sldIdLst>
        </p14:section>
        <p14:section name="4.3中值滤波&#10;" id="{7C38A27B-EBDF-F944-9FB9-DB3A8F456FAD}">
          <p14:sldIdLst>
            <p14:sldId id="315"/>
            <p14:sldId id="316"/>
          </p14:sldIdLst>
        </p14:section>
        <p14:section name="4.4高斯模糊" id="{D5CCF13E-348E-7C48-9D4A-F4CA6DB83829}">
          <p14:sldIdLst>
            <p14:sldId id="317"/>
            <p14:sldId id="318"/>
            <p14:sldId id="319"/>
            <p14:sldId id="320"/>
          </p14:sldIdLst>
        </p14:section>
        <p14:section name="4.5双边滤波" id="{DF98D1B0-6A14-5B45-A882-7CEAFBE9A6C2}">
          <p14:sldIdLst>
            <p14:sldId id="321"/>
            <p14:sldId id="322"/>
            <p14:sldId id="327"/>
            <p14:sldId id="323"/>
          </p14:sldIdLst>
        </p14:section>
        <p14:section name="6.双边滤波算法解析&#10;" id="{1404A343-285C-0D4C-A09E-3B8C8D1C81B6}">
          <p14:sldIdLst>
            <p14:sldId id="324"/>
            <p14:sldId id="325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6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96366" autoAdjust="0"/>
  </p:normalViewPr>
  <p:slideViewPr>
    <p:cSldViewPr snapToGrid="0">
      <p:cViewPr varScale="1">
        <p:scale>
          <a:sx n="122" d="100"/>
          <a:sy n="122" d="100"/>
        </p:scale>
        <p:origin x="18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7:49:59.5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4251 8767 0,'0'35'16,"35"-35"-1,18 0 1,-35 0-1,370 141 17,-282-106-17,229 36 1,-141-18-16,0 17 16,0 1-16,0-36 15,159 71 1,-18-53-1,-53 17 1,-158-34-16,87 17 16,1-1-1,-89-16 1,213 52 0,-72-35 15,-123 0-16,-35-36-15,0 19 16,88 17 0,0-53-1,-88 0 1,35 53 0,-53-18-1,-35 0-15,141 18 31,-35 0-15,-106-53-16,105 35 31,-34 0-15,70 36 0,-53-53-1,0 35 1,-17-36-1,-89 1-15,0-18 16,36 35 0,-1 0-1,54-17 1,-36 35 15,-35-35-15,-18-18-16,-17 17 31,17-17-15,36 0 46,-36 18-46</inkml:trace>
  <inkml:trace contextRef="#ctx0" brushRef="#br0" timeOffset="7960.69">5609 8714 0,'53'0'47,"53"35"-31,-71 18-1,142-18 1,-72 0-16,72 54 15,-54-19 1,-70-35 0,35 18-1,-52-17-15,87 17 16,18 17 0,-88-52-16,88 17 31,0 0-16,-35 18 1,71 53 0,-124-53-1,70 17 1,-35-34 0,18-1-1,18-17 1,-36 17-1,18 0 1,-36 1 0,-17-36-16,70 35 15,1 18 1,-89 0-16,1-36 16,34 19-1,-17-1-15,106 71 31,-89-106-15,-34 35-16,69 18 31,19-18-15,-71-17 0,106 35-1,-107-53 1,37 35-1,87 53 17,-105-70-17,-1-18 1,1 35 0,-36-35-16,0 0 15,36 35 16,-36-17-15</inkml:trace>
  <inkml:trace contextRef="#ctx0" brushRef="#br0" timeOffset="12903.84">7056 8678 0,'0'18'16,"52"17"-1,37 53 1,105 18-1,-36 18 17,72 52-17,-160-123-15,54 53 32,52 88-17,-123-106 1,71 53-1,-36-70-15,18 35 16,-71-53 0,53 105-1,-35-34 1,-53-107 0,53 36-1,-18 0 16,-35-17-15,0-19 0,35 18-1,-35-17 1,18 17 15,-18-17-15,18 0-1,-1-1 1,-17-34 78</inkml:trace>
  <inkml:trace contextRef="#ctx0" brushRef="#br0" timeOffset="13821.72">8343 8819 0,'-35'0'15,"35"18"1,-53 53-1,18-18-15,17-1 16,-35 19 0,-123 105-1,123-87 1,35-54-16,-105 124 31,52-54-15,1-16-1,-19-1 1,1 18 0,0 17-1,70-70 1,18-35 0,-35 17-1,18 36 1,-1-54-1,0 36 1,-17-35 0,17-1 15,1 19-15,-1-36-1,0 17 1</inkml:trace>
  <inkml:trace contextRef="#ctx0" brushRef="#br0" timeOffset="15036.49">9737 8749 0,'-106'0'32,"-53"0"-17,-35 18 1,-35 70 0,-18-18-1,88-34 1,-176 69-1,106-52 1,52 18 0,71-36-1,71 0 1,-53 18 0,17-35-1,-34 17 1,16-17-16,54 17 15,-106 36 1,-53 87 0,35-69-1,106-54-15,-141 88 32,53-34-17,18-19 16,34 1-15,19-18 0,-36 17-1,18-35 1,0 1 0,35-36-16,35 17 46</inkml:trace>
  <inkml:trace contextRef="#ctx0" brushRef="#br0" timeOffset="16888.02">11536 8802 0,'-35'0'16,"-1"0"-1,1 0 1,-18 0 0,-17 0-16,17 17 15,-88 36 1,-54 0-1,-122 0 1,88 0 0,-36 18-1,106 17 1,18-70 0,35 17-1,18-35 1,18 0-1,-89 0 1,88 35-16,-211 36 31,88-18-15,71-18-16,-1-35 16,-158 0-1,-53 0 1,53 53-1,158-53 1,-70 53 0,88-36-16,18 19 15,-35-19 1,34 1 0,-16 17-1,16-17 1,-34 17-1,88-35-15,-36 18 16,-35 17 0,36-17-1,-71 17 1,17 0 0,-17-17-1,70 35 1,-34-53-1,-37 53 1,19-36 0,-53 54-1,-18-18 1,141-18-16,-88 0 31,35-17-15,53-18-16,-35 53 31,35-36-15,35 1-1,-53 35 1,-52 0 0,105-53-1,-52 35 1,52-17-1,-17 0 17,0-18-17,-1 17 17</inkml:trace>
  <inkml:trace contextRef="#ctx0" brushRef="#br0" timeOffset="23972.09">5627 4692 0,'-18'141'31,"18"53"-15,53 159-1,-71-247 17,1-36-17</inkml:trace>
  <inkml:trace contextRef="#ctx0" brushRef="#br0" timeOffset="24576.65">5909 5009 0,'0'18'46,"0"70"-30,0-35-16,53-18 16,-18 36-1,-17-53-15,0-1 16,-1 1 31</inkml:trace>
  <inkml:trace contextRef="#ctx0" brushRef="#br0" timeOffset="24914.95">6050 5027 0,'0'0'0,"-35"0"15,35 35-15,-53 1 0,-53 122 31,88-87 1,1-36-17,-1-35-15,-17 18 32,0 17-17,17-35-15,18 18 16</inkml:trace>
  <inkml:trace contextRef="#ctx0" brushRef="#br0" timeOffset="25424.66">6385 4904 0,'53'123'15,"-53"-17"1,0-36-16,0 1 16,35 70-1,-35-123 1,36 70 0,-36-53 15,-36-35-16,19 0-15,-18 0 32,-54 0 15,54-17-32,17 17 1</inkml:trace>
  <inkml:trace contextRef="#ctx0" brushRef="#br0" timeOffset="25699.62">6403 5151 0,'0'-18'31,"0"36"-31,35-36 16,18 0-1,18 1 1,-36-1-1,0 18 17,-17 0-32</inkml:trace>
  <inkml:trace contextRef="#ctx0" brushRef="#br0" timeOffset="26174.34">6932 5256 0,'0'0'0,"18"0"15,52 0 1,54 0-1,-89-17-15,36-1 16,-36 18 0,0-18-1,-17 18 1,-1 0-16</inkml:trace>
  <inkml:trace contextRef="#ctx0" brushRef="#br0" timeOffset="26495.69">7303 4992 0,'-71'247'32,"36"-177"-17,141-387-15,-212 705 0,88-353 16,18-17-16,0-1 16,0 19 15</inkml:trace>
  <inkml:trace contextRef="#ctx0" brushRef="#br0" timeOffset="27899.02">7655 4851 0,'88'53'31,"-17"0"-15,-53-18-16,17 0 15,-17 36 1,-18-18-1,-230 158 17,160-158-17,193-53 110,1-35-109,-71 35-16,-18-18 16,53 1-1,-53 17 1,-17 0-16</inkml:trace>
  <inkml:trace contextRef="#ctx0" brushRef="#br0" timeOffset="28299.41">8167 5045 0,'0'0'0,"123"88"15,18 53 1,1 0-1,-72-70 1,-70-54 47,18 1-48</inkml:trace>
  <inkml:trace contextRef="#ctx0" brushRef="#br0" timeOffset="28774">8643 5186 0,'-18'0'16,"-34"35"-1,-1 36 1,35-54-16,-17 19 16,-1-36-16,1 35 15,0-17 1,17-1 15,36-17 63</inkml:trace>
  <inkml:trace contextRef="#ctx0" brushRef="#br0" timeOffset="29431.7">9137 4798 0,'-35'0'15,"-106"141"1,88-53-16,-106 159 15,106-71 1,35-87 15,36-54-15,17-35 0,18 0-1,53 0 1,-53-35-1,0-36 1,-53 1 0,-18 34-1,1 1 1,-1 35 15,0 0-15,1 0-1,-1 0 1</inkml:trace>
  <inkml:trace contextRef="#ctx0" brushRef="#br0" timeOffset="30190.02">9313 5168 0,'36'0'47,"52"0"-31,18 0 15,-89 0-16,19 0 1,16 0 0,-16 0 15,-19 0-15,1 0 15</inkml:trace>
  <inkml:trace contextRef="#ctx0" brushRef="#br0" timeOffset="30549.44">9613 4992 0,'0'0'0,"-17"70"16,17-34-16,-18 17 15,0-1-15,18-16 16,0-19-16,0 1 31,-17 0-15,-1-1 62</inkml:trace>
  <inkml:trace contextRef="#ctx0" brushRef="#br0" timeOffset="30932.3">10001 5221 0,'36'0'94</inkml:trace>
  <inkml:trace contextRef="#ctx0" brushRef="#br0" timeOffset="31100.26">10142 5186 0,'18'0'47,"35"0"-16,-18 0-31,36 0 16</inkml:trace>
  <inkml:trace contextRef="#ctx0" brushRef="#br0" timeOffset="31291.63">10513 5186 0,'17'0'32,"1"0"-17,17 0 1,18 0-1,-17 0 1</inkml:trace>
  <inkml:trace contextRef="#ctx0" brushRef="#br0" timeOffset="74347.11">16633 4710 0,'-35'0'15,"0"-18"1,17 18-16,-70-18 31,70 18-15,-17 0 15,0 18-15,0 0-1,-18 35 1,35-36-16,-35 71 31,-35 18-15,53-71-16,35 36 15,-36-36 1,19 1 0,-1 16-1,0 37 1,18-36-1,-17 17 1,17 18 0,0-17-1,0-18 1,0-36 15,0 1 0,17 0-15,1-1 0,35 19-1,-35-36-15,35 17 32,35 36-17,-53-53-15,89 0 16,-89 0-1,18 0-15,35-17 16,53-19 0,-17 1-1,-19 0 1,-16 17 0,16-35-1,-52 0-15,-17-17 16,-1 34-1,-35-16-15,0-90 32,0 54-17,-18 18 1,18 17 0,-17 17-16,-72-87 15,-16 17 1,52 53-1,17 18 1,19 35 0,-1-18-1,0 18 1,-17-17 0,18-1-16,-1 18 31,-17 0-16</inkml:trace>
  <inkml:trace contextRef="#ctx0" brushRef="#br0" timeOffset="78239.66">16598 10513 0,'0'-35'15,"0"17"17,-17 0-17,-19 18 16,-17 0-15,-17 0 15,35 0 1,-1 0-32,1 0 15,17 18 1,-17 0-1,-35 87 1,-1-16 0,0-19-1,54-52 1,-54 88 0,71-89-1,-35 89 1,35-53-1,0 18 1,0-36 0,0 0-1,18 18 1,17 18 0,35-1-1,-17-17 1,-17-18-1,34 1 1,-17-36 0,18 17-1,-36-17-15,18 0 16,-18 0-16,53-17 31,-70-19-15,35 19-1,-36-1 1,36-35 0,18 18-1,-36-18 1,-35-18 0,0 18-16,0-17 15,0 35-15,0-36 16,-17-88-1,-1-35 17,-17 36-17,-1 105-15,19-71 32,17 89-17,0 0 16</inkml:trace>
  <inkml:trace contextRef="#ctx0" brushRef="#br0" timeOffset="92303.74">18045 4798 0,'-36'0'79,"1"-18"-64,-18 18-15,-70 0 16,34 0-1,37 0 1,34 0 0,0 18-1,1-1 1,-54 72 0,53-36-1,-17-18 1,18 18-1,-1 17 1,0-17-16,1 35 16,-19 18-1,36-70 1,0 16 0,0 19 15,0-36-16,36 18 1,17 0 0,-18-53-16,88 35 31,-105-35-15,52 0-1,19 0 1,-54 0-16,18 0 15,17 0 1,-17 0 15,18-53-15,-1 18-16,19-18 16,-19 18-1,-52 17 1,-18-35-1,0-52 1,35-19 0,-35 1 15,0 70-15,-18 17-16,1-69 15,-1 16 1,1 54-1,17 0 1,-36-18 0,36 35-1,0 1 1</inkml:trace>
  <inkml:trace contextRef="#ctx0" brushRef="#br0" timeOffset="95819.39">18009 10460 0,'0'-18'31,"0"1"-15,-35 17-16,0-36 15,-1 36 1,1-17 15,18 17-15,-19 0-1,-17 0 1,36 0 0,-36 0-1,0 0 1,35 0-16,-17 17 15,0-17 1,17 18 0,-17 17-1,-18 1 1,0-1 0,18 0-1,-1 18 1,36-18-1,-53 1 1,53-1-16,-35 0 16,-18 36-1,36 17 17,-1 0-17,18-53-15,-18-17 16,18 17-16,0 18 31,0 18 0,18-54-15,0 1-16,-1 0 16,1 17-1,35 0 1,35 18-1,-35-18 1,-18 1 0,1-36-1,87 0 1,18 0 15,-106 0-15,1 17-16,-36 1 15,35-18 1,-17 0 0,17-18-16,-18 18 15,19-17-15,-19-1 16,54-35 0,-18 0-1,0-53 1,0 36-1,17-54 1,-34 36 0,-19 0-1,1 53-15,-18-36 32,0 1-17,-18 34 1,1 1-1,-1-36 1,-35-17 0,0 35-1,-70-70 1,123 105 0</inkml:trace>
  <inkml:trace contextRef="#ctx0" brushRef="#br0" timeOffset="104035.29">19509 4745 0,'0'-18'47,"-18"18"-32,0 0-15,1 0 16,-36 0 0,18 0-16,-1 0 15,-34 0 1,34 0 0,-17 71-1,18-36 1,-35 36-1,70-54 1,-18 54 0,0-36-1,1-17 1,-36 35 0,0-18-1,18-17 1,-1 52-1,19-35 1,-19 54 0,-16 16-1,34 54 1,18-106 0,0 35-1,35-70 1,0 17-1,107-17 1,52 17 0,105 36-1,-140-54 1,-71-17 0,-52 0-1,-19 0 1,36-53-1,-35 36 1,-1-54 0,36-35-1,-17-17 1,-1 17 0,-17 0-1,-18 0 1,0 36-1,0 35-15,-53-89 32,0 54-17,17 17-15,19 0 32,-1 53-17,18-36-15,-17 36 63,-1-17 15</inkml:trace>
  <inkml:trace contextRef="#ctx0" brushRef="#br0" timeOffset="105712.09">19121 10530 0,'0'-17'16,"-36"17"46,19 0-46,-1 0-16,-70 0 15,70 17 1,-17 19-16,-18 34 16,0 36-1,18-88 1,17 17-16,1 36 16,-1-19-1,18-16 1,0 17-1,0-18 1,18 0 0,-18-17-16,17 17 31,1 18-15,88 18 15,-71-36-16,0-17 17,0-18-17,36 0 1,52 0 0,-87 0-16,34 0 15,-52-18 1,17 0-1,36 18 1,-71-35 0,70-18-1,-70 18 1,53-71 0,-17 53-1,-19 18 1,1-18-16,-1-53 15,-17 53 1,-35-53 0,-53 18-1,53 53 17,-1 35 14,-16-18-30,34 18 0,-17 0-1,17-17-15,18-1 47</inkml:trace>
  <inkml:trace contextRef="#ctx0" brushRef="#br0" timeOffset="116882.99">16545 6209 0,'-70'-18'79,"-54"36"-64,71 0 1,-35 34-1,-106 125 1,71-71 0,70 17-1,17-70-15,-34 141 32,70-123-17,0-36-15,18 18 31,17-18-15,-18 0 0,54-17-1,-36-18 1,53 0 0,18 0-1,0 0 1,-53 0 15,-35 0-15,-1-35-1,72-18 1,-1-18 0,-35 71-1,-36-35-15,19 17 31,-36-35-15,17 53-16,-17-17 16,35-18-1,-35 17 1,0-53 0,18 18-1,-18 1 1,-18-37-1,1 19 1,17 34-16,-18-16 16,1 16-1,17 1-15,0 17 63,-18 1-16</inkml:trace>
  <inkml:trace contextRef="#ctx0" brushRef="#br0" timeOffset="118292.03">16140 12047 0,'-18'-35'47,"-17"88"-31,-54 18-1,19 17 1,-1 0-16,-17 71 15,53-1 1,35-16 0,18-37-1,123 19 1,35-36 0,-105-88-16,193 35 31,-229-35-16,36 0 1,-53 0 0,17-17-1,0-36 1,0 18-16,18-1 16,18-17-16,17-70 15,-17 17 1,-54 88-1,-17-35 1,0 1 0,0-1-1,0-36 1,-53-34 0,18 70-16,-18-35 31,36 53-16,-36-36 1,17-17 0,1 53-16,-106-54 15,53 72 17,53 17 14,-1 17-30</inkml:trace>
  <inkml:trace contextRef="#ctx0" brushRef="#br0" timeOffset="180757.99">24924 6773 0,'0'-17'47,"-18"17"-32,0 0 32,1 0-31,-18 0-16,-1 17 16,1 1-1,0-18-15,-1 35 31,1-17-15,18-18 0,-19 18 15,19-18-15,-19 35-1,19 0 1,17-17-1,-36 17 1,19-35 0,17 53-1,0-35 1,-18 17 0,-35 35-1,0 19 1,53-72-16,-35 19 31,35 69-15,0-87-1,0 17 1,-18 53 0,18-70-1,0 17 1,0 1 31,0-19-32,18 1 1,-18 35 0,18-53-16,-1 53 31,19-53-16,-36 17-15,70 19 32,-52-19-17,35 1 17,-36 17-17,19-35 1,-19 36-1,36-36-15,18 17 16,-18 1 0,35-1-1,-53-17 1,-17 0 0,35 0-1,-36 0-15,36 0 16,18 0-1,17-17 17,-17 17-17,-54 0 1,54-18 0,-18-17-1,-36 17 1,-17 1-16,53-19 15,0 1 1,-35 0 0,52-53-1,-34 52-15,-1 1 16,-17 17-16,-1-87 16,-17-1-1,0 70 1,0-87-1,-17 70 1,-19-53 0,19 53-1,-1 0 1,0 36 0,-35-36-1,18 18 1,0-36-1,0 0 1,-18 1 0,0 35-1,17-1 1,19 19-16,-18 17 31,17 0-15,-53 0-1,1 0 1,-1 0 0,1 0-1,52 0 1,-17 0 0</inkml:trace>
  <inkml:trace contextRef="#ctx0" brushRef="#br0" timeOffset="185964.1">16616 4904 0,'0'-36'47,"17"36"-32,-17-35-15,36 17 16,-1-52 0,-17 52-16,70-35 31,35-17-16,-52 34-15,52-52 16,-87 53 0,17 0-16,-1 35 15,72-18 1,17-17 0,106 17-1,-106 18-15,36 0 16,105 0-1,0 0 1,0 35 0,-158-17-16,-36 0 15,106 52 1,-18-17 0,-123-53-1,194 53 1,-123-18-16,334 107 31,-334-107-15,34-18-16,54 72 15,-88-72 1,-19 19-16,72 16 16,-18 1-1,-36-17 1,18 34-1,53 18 1,-17-35 0,-1 18-1,0 17 1,1 18 0,-36-53-1,-71-36 1,1 36-1,-1-17-15,54 69 16,-18-69 0,0 17-1,52 35 1,-17 0 0,-17-17-1,35-1 1,-18-35-1,-88-17 1,17 0 0,-52-18-1,52 17 1,-34 1-16,-19 0 16,19-1-16,-36 1 0,70 17 31,-34-17-16,34 17 1,1-17 0,-18-1-1,-36-17 157</inkml:trace>
  <inkml:trace contextRef="#ctx0" brushRef="#br0" timeOffset="201097.5">24606 706 0,'0'70'31,"-17"89"-15,-1-71-1,-17 194 1,35-211-16,0 70 31,-36-106-15,36 1-16,-17-19 16,17 18 93</inkml:trace>
  <inkml:trace contextRef="#ctx0" brushRef="#br0" timeOffset="203738.55">24747 882 0,'36'71'31,"34"70"-15,36 0 0,18-35-1,-89-71 1,71 18 0,-71-36-1,-35 19 1,18-36 93</inkml:trace>
  <inkml:trace contextRef="#ctx0" brushRef="#br0" timeOffset="204153.59">25171 882 0,'-36'0'15,"1"18"-15,-141 105 16,35 18 15,-18 36-15,141-142-1,1 0 1,17-17 62,53-18-62</inkml:trace>
  <inkml:trace contextRef="#ctx0" brushRef="#br0" timeOffset="204644.87">25559 688 0,'0'106'16,"0"211"15,0-123-15,0-106 0,0 18-1,0-53 1,0-35-1,17 17 95</inkml:trace>
  <inkml:trace contextRef="#ctx0" brushRef="#br0" timeOffset="205153.59">26035 1305 0,'71'0'47,"-36"0"-31,88-17-1,-17-36 1,53 53 0,-53-36-1,-53 19 1,-18 17-1,-17-18 1,-1 18 62,-17-17-62,0-1-16</inkml:trace>
  <inkml:trace contextRef="#ctx0" brushRef="#br0" timeOffset="205539.34">26688 882 0,'-18'53'15,"-70"211"1,70-158 0,-35 177-1,53-231 1,-17-34-1,17 0-15,0-1 16,0 1 0</inkml:trace>
  <inkml:trace contextRef="#ctx0" brushRef="#br0" timeOffset="207947.51">26229 6844 0,'0'-35'16,"-53"35"-1,18 0 1,-89 0 0,107 53-1,-36 52 1,0 1-1,18 71 1,-1-1 0,36-53-1,0 1 1,36-71 0,-19-18-16,1-17 15,17-18-15,0 0 16,54 0 15,69 0-15,-105 0-16,36-18 15,-54 0-15,18 1 16,-18 17 0,0-35-1,18-1 1,0-52-1,0 0 1,-18 17 0,-17 1-1,0-18 1,-18 17 0,0 36-16,0 17 15,0-17-15,-36-18 16,1 18-1,-36-1 1,19 1 0,16 17-1</inkml:trace>
  <inkml:trace contextRef="#ctx0" brushRef="#br0" timeOffset="211527.43">18256 4833 0,'0'-18'63,"71"-52"-48,17 35 1,-35 35 0,35-36-16,106-17 15,-88 53 1,88-53 0,-141 36-1,141 17 1,35-18-1,-17-17 1,141 35 0,317 0-1,-229 0-15,423 0 16,177 70 15,-706-70-15,-229 0-1,-53 0 1,-18 18 0,18-18-16,176 88 31,-35-70-15,-88 0-16,18 35 31,34 17-16,36 18 1,-17 18 0,-1 35-1,-35-35 1,-35-35-16,88 87 31,-70-69-15,-18-19-1,-1 1 1,-16-1 0,-19-17-1,-35 0-15,36 0 16,-36-18 0,0-17-16,-35 17 15,18 18-15,0 0 16,35 53-1,53 17 1,-71-70 0,-18-35-16,19 17 47,-19 18-16,1-35-16</inkml:trace>
  <inkml:trace contextRef="#ctx0" brushRef="#br0" timeOffset="213117.37">27182 829 0,'0'35'31,"0"54"-15,-18 122 15,18-87-15,-35-19-1,35-69 1,0-1-1,0 18 1</inkml:trace>
  <inkml:trace contextRef="#ctx0" brushRef="#br0" timeOffset="213606.7">27587 970 0,'53'53'31,"35"35"-16,71 159 17,-88-141-17,-18-35 1,-36-54 0,1 1-1</inkml:trace>
  <inkml:trace contextRef="#ctx0" brushRef="#br0" timeOffset="213883.16">27940 1217 0,'-123'159'31,"246"-318"-16,-264 353-15,123-159 0,18 1 16,-35-1 0,17 0-1,18-17 1,-17-18 0</inkml:trace>
  <inkml:trace contextRef="#ctx0" brushRef="#br0" timeOffset="-214680.43">28275 988 0,'18'0'16,"17"17"15,89 125-15,-54-72-1,-52-17 1,-54-18 0,-34-35 15,-54 53-16,107-35-15,-18-1 16,35 1 0,105-18 77,-34 0-93,105 0 16,-140 0 15</inkml:trace>
  <inkml:trace contextRef="#ctx0" brushRef="#br0" timeOffset="-213957.36">28998 1235 0,'36'0'31,"-19"0"-15,19 0-16,16 0 15,107 0 1,-106 0-16,71 0 16,-89 0-1,71 0 16,-71 0-15</inkml:trace>
  <inkml:trace contextRef="#ctx0" brushRef="#br0" timeOffset="-213429.94">29528 864 0,'0'0'0,"-18"18"15,0 53-15,18-1 16,-17 18-16,-36 71 31,17-53-15,36-71-16,0 36 15</inkml:trace>
  <inkml:trace contextRef="#ctx0" brushRef="#br0" timeOffset="-211552.12">27675 6914 0,'0'0'0,"-17"-17"15,-18-1 1,-1 18 0,19 0-1,-54 0 1,36 0-1,-18 0 1,35 0-16,-35 18 16,0-18-1,36 53 1,-19 17 0,1-17-16,18-35 15,-19 70 1,1 0-1,35-17 1,-18-36-16,18 36 31,0-36-15,0-17 0,0 17-16,0-18 15,0 1-15,0 0 16,18-18-16,17 35 15,53 18 1,36-18 0,-36-17-1,-35-18 1,0 0 0,-18-18-1,53-35 1,18-17-1,0 17 1,-35-53 0,-36 18-1,-35 0 1,0-18 0,0 35-1,-18-35 1,-88 1-1,18 16-15,-88-16 32,158 105-17</inkml:trace>
  <inkml:trace contextRef="#ctx0" brushRef="#br0" timeOffset="-209972.14">27623 6879 0,'0'0'0,"0"-17"16,0-1-1,0-17 1,0-1-1,0 1 1,-18 17-16,-88-87 31,71 52-15,-124-36 0,0-16-1,53 52 1,54 35-16,-37-52 31,-34 17-15,-106-106-1,-142 71 1,-70-36 0,88 18-1,195 71 1,-160-71-1,248 71 1,-107-18 0,36 0-1,0 36 1,-18-19-16,-194 36 16,177 0-1,53 0-15,-142-35 16,159 35-1,36 0 1,-54 0 0,-70 0-1,-53 0 1,-35 0 0,88 0-1,106 0 1,-71 0-1,53 0 1,36 0 0,-1-18-1,-17 1 1,-36 17 0,1 0-1,52 0 1,-35 0-1,36 17 1,-1 1 0,18-18-1,1 18 1,16-18-16,19 0 16,-19 17-16,-52 19 31,18-36-16,-1 0 1,53 0 0,1 0-16,-1 0 15,0 0 1,1 0 0,-1 0-16,-17 0 15,-18 0 1,35 0-1,1 0 32,-1 0-15,-17 0-17,17 0 1</inkml:trace>
  <inkml:trace contextRef="#ctx0" brushRef="#br0" timeOffset="-208308.89">30145 900 0,'18'0'31,"17"0"-16,35 35 1,1 18 0,-36 0-1,-35 0 1,0-18-16,-35 18 31,0-36-15,-54 1-1,1 17 1,71-35-16,-1 18 16,0-18-1,36 35 48,53-35-48,-1 0 1,1 0 0,-54 0-16,36 0 15,0 0 1,-18 0 0,18-17 62</inkml:trace>
  <inkml:trace contextRef="#ctx0" brushRef="#br0" timeOffset="-207909.47">30586 811 0,'35'0'15,"-35"53"-15,35 0 0,1 0 16,70 124 0,35 17 15,-106-142-15,-17-34 15</inkml:trace>
  <inkml:trace contextRef="#ctx0" brushRef="#br0" timeOffset="-207545.28">30956 1023 0,'-35'0'0,"70"0"0,-123 35 16,18 1 0,-54 140-1,89-158-15,35-1 16</inkml:trace>
  <inkml:trace contextRef="#ctx0" brushRef="#br0" timeOffset="-206603.87">31238 670 0,'0'-17'63,"36"17"-48,-19 0 1,1 17-16,35 36 15,-18 0 1,-17 35 15,-18-70-31,0 17 16,-35 1 0,-1-19-16,36 18 31,0 1-16,18-1 1,0 0 0,-18-17-16,0 17 31,0 0-15,0 54-1,-18-19 1,-17-70-1,-1 35 1,1-17 0,-18-18-1,0 0 1,18 0 0</inkml:trace>
  <inkml:trace contextRef="#ctx0" brushRef="#br0" timeOffset="-202460.75">24924 8308 0,'-36'0'16,"-105"0"-1,18 70 17,52-17-17,54-17-15,-36 52 16,53 0 15,0 36-15,0-72-1,0 1 1,0 0-16,35 0 16,18-18-1,53 18 1,105-17-1,-87-36 1,-53 0 0,-36-36-1,88-69 1,-70 16 0,0-69 15,-53 87-16,-18 18-15,-123-53 32,106 71-17,0 17-15,0 1 16,-36-19 0,36 36-1,-1-17 1,-34-1-1</inkml:trace>
  <inkml:trace contextRef="#ctx0" brushRef="#br0" timeOffset="-200564.62">16457 6862 0,'35'0'46,"1"0"-30,-19 0 0,19 0-1,16 0-15,54 0 16,53 0 0,-71 0-16,36 0 15,-54 0-15,-17 0 16,35 0-1,54 17 1,193 54 15,53 35-15,-18-36 0,-158 1-16,352-54 31,-317-17-16,-53 18 1,-88 17-16,-18-35 16,18 36-16,88 16 15,124 1 1,-54 18 0,-87-18-1,-36-53 1,635 176-1,-617-123 1,17-35 0,-35 17-16,-17 0 0,17-17 15,-71 0 1,1-1-16,35 19 16,-36-19-1,54 54 1,-1-36-1,-17 36 1,-88-54 0,70 54-1,0-1 1,18-17 0,0-18-16,105 18 15,-105-17 1,35-19-1,-106 1 1,-17-18 15,17 18-15,1 17 0,34-35-1,-52 0 63,0 0-62,-1 0 0</inkml:trace>
  <inkml:trace contextRef="#ctx0" brushRef="#br0" timeOffset="-198787.31">31732 953 0,'0'17'15,"18"-17"17,35 0-17,35 0 1,0 0-1,-35 0-15,35 0 32,-35 0-17,-35 0 1,0 0 0,-1 0 93</inkml:trace>
  <inkml:trace contextRef="#ctx0" brushRef="#br0" timeOffset="-198284.64">31979 653 0,'-35'88'16,"70"-176"-16,-70 229 0,35-106 15,0 53 1,0-35-1,0 0 1,0-18-16,0-17 31,0 0-15,0-1 0,0 1 77</inkml:trace>
  <inkml:trace contextRef="#ctx0" brushRef="#br0" timeOffset="-197485.34">24677 2522 0,'-18'-17'31,"18"52"-15,0-17-16,0 35 15,0 35 17,0-53-17,0-17 1,0 35-1,0-18 17</inkml:trace>
  <inkml:trace contextRef="#ctx0" brushRef="#br0" timeOffset="-197117.56">24888 2434 0,'53'35'16,"-106"-70"-16,230 229 31,-124-141-31,0 18 16,17 17 0,-52-18-16,17-52 15,-35 17 1,18-35 93</inkml:trace>
  <inkml:trace contextRef="#ctx0" brushRef="#br0" timeOffset="-196805.16">25153 2575 0,'-88'71'31,"53"-18"-31,-1 0 16,-17 0 0,18-18-1,17-35 1</inkml:trace>
  <inkml:trace contextRef="#ctx0" brushRef="#br0" timeOffset="-196351.98">25559 2469 0,'0'36'31,"0"-72"-31,-18 107 0,18 35 16,0-36 0,0-52-16,53 17 31,-18-35-15,18 0-16,35 0 15,18 0 1,-70 0-16,-1 0 15,-18 0-15,1 0 47,0-17-31,-1-1 0,-17-35-1,0 18 1</inkml:trace>
  <inkml:trace contextRef="#ctx0" brushRef="#br0" timeOffset="-196052.21">25823 2328 0,'-17'18'16,"34"-36"-16,-52 89 15,17-1-15,-17 1 16,-53 141 0,88-177-1,0 36 1,-53-54 93</inkml:trace>
  <inkml:trace contextRef="#ctx0" brushRef="#br0" timeOffset="-189100.82">25365 13847 0,'0'35'47,"17"247"-16,-17-123-15,0 0-1,0-71 1,0-71-1,36-17 110</inkml:trace>
  <inkml:trace contextRef="#ctx0" brushRef="#br0" timeOffset="-188206.06">25576 13776 0,'0'0'0,"36"0"16,140 0 15,-70 0-15,-36 0-16,89 0 16,-53 0-1,-71 0 1,-17-18-16,35 18 15,-35 0 1,17 0 0,0 0 15,-17 0-15,-18 18-1,17 70 1,19 53-1,-36-70-15,0 52 16,0-17 0,0 18 15,-18-19-15,0-52-1,18-35 1,0 17 31,36-35 62</inkml:trace>
  <inkml:trace contextRef="#ctx0" brushRef="#br0" timeOffset="-187509">25576 14711 0,'-17'-18'16,"34"18"15,72 0-15,-19 0-16,107 0 15,69-17 16,-140 17-15,-70 0-16,17 0 31,-36 0-15,1 0-16,17 0 78</inkml:trace>
  <inkml:trace contextRef="#ctx0" brushRef="#br0" timeOffset="-160696.89">26511 13758 0,'18'0'31,"0"0"-16,34 0-15,1 0 16,88 0 0,-70 0-1,158-35 1,-105 17 0,-18 18-1,-53-17-15,-18-1 16,18 18-1,-18 0 1,-17 0 0,17 0-16,-17 0 15,35 0 1,-1 0 0,-34 0-1,0 0 1,-1 0-1,1 18 64,17-1-64,-35 1 1,18 0 31,-18 35-32,0 52 17,0-34-17,-53 88 1,35-71-1,-17-35-15,17 17 16,18-34 0,0-19-1,0 19 1,0-1 0,0 0-1,0-17 1,-17-1-1,17 1 64</inkml:trace>
  <inkml:trace contextRef="#ctx0" brushRef="#br0" timeOffset="-159728.18">26494 14746 0,'35'0'47,"18"0"-32,88 0 1,71 18 0,-107-18-1,37 0 1,34-18 15,-123-17-15,0 35-1,-18 0 1,18 0 0,-18 0-1,1 17 126,-1-17-126</inkml:trace>
  <inkml:trace contextRef="#ctx0" brushRef="#br0" timeOffset="-146740.05">25382 14764 0,'-35'35'31,"35"-17"-16,0 158 1,0 36 0,53-71-1,-35-53 17,-18-53-17,0-17 1,0 35 31,0-18-32,0-17 1,0 52 0,0-34 46,17-36 32</inkml:trace>
  <inkml:trace contextRef="#ctx0" brushRef="#br0" timeOffset="-145709.9">26617 14799 0,'-70'71'63,"52"-1"-47,0-17-16,18-18 15,-35 89 1,35-1-1,0 1 1,0-18 0,-35-18-1,35-71 1,0 19 0,0-19-1,0 36 1,0-35 15</inkml:trace>
  <inkml:trace contextRef="#ctx0" brushRef="#br0" timeOffset="-145053.65">25329 15734 0,'0'-18'31,"89"18"-16,-19 0-15,195 18 32,-36 17-17,-35 18 1,-70-18 0,-89-35-16,35 0 15,-17 0 1,-17 0 46</inkml:trace>
  <inkml:trace contextRef="#ctx0" brushRef="#br0" timeOffset="-132179.84">27746 14764 0,'0'17'16,"0"1"0,0 88-1,-18 17 1,18-34-1,0-19 1,0-17 15,0 0-15,18 0 15,-18 0-15,0-36-1,0 19 64,0 17-64,18-36 1</inkml:trace>
  <inkml:trace contextRef="#ctx0" brushRef="#br0" timeOffset="-131244.27">26617 15734 0,'35'0'62,"89"0"-46,-71 0 0,35 0-16,-35 0 15,123 0 1,-105 0 0,-1 0-16,36-18 15,18-17 1,-36 17-1,-70 18 1,34 0 0,-52-17-1,18 17-15,35 0 32,-35-18-17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8:00:14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5115 11060 0,'-35'0'31,"-53"88"-15,70-35-16,-17-36 16,0 72-1,35-72-15,0 1 16,88 52 0,123-17-1,19-35 1,-124-18-1,70 0 1,-123 18 0,-35-18-1</inkml:trace>
  <inkml:trace contextRef="#ctx0" brushRef="#br0" timeOffset="415.64">5380 11077 0,'0'0'0,"0"106"15,-18-35-15,18-36 16,-53 124-1,36-71 17,-19 0-17,36-17 1,-17-71 0,17 17 77</inkml:trace>
  <inkml:trace contextRef="#ctx0" brushRef="#br0" timeOffset="1466.54">1623 7003 0,'-71'105'16,"-52"54"-1,87-53 17,19-18-17,17-52 1,88 34-1,-53-52-15,18-1 16,53 1 0,-71 0-16,54-18 31,-54 0-15,53 0-1,-53-18 1,-17 18-1,0-18 32,-1 18-31,1 0 0,17-17-16</inkml:trace>
  <inkml:trace contextRef="#ctx0" brushRef="#br0" timeOffset="1949.75">1940 7161 0,'-88'142'16,"176"-284"-16,-229 372 15,88-142-15,18 71 16,0 17-1,17 0 1,18-140 0,0-19-1,0 1 1</inkml:trace>
  <inkml:trace contextRef="#ctx0" brushRef="#br0" timeOffset="4758.32">16598 9931 0,'53'0'16,"0"0"-1,18 0-15,52 0 16,-88 0 0,-35 35 15,0 36-15,0-1-16,-35 1 15,-35-1 1,34-52-1,-70 17 1,-17 18 0,35-35-1,229-1 79,-88-17-78,17 0-1,-34-17 1,-19 17 0,1 0-1,0 0 79,52 0-78,-52-18-1,-1 0 1</inkml:trace>
  <inkml:trace contextRef="#ctx0" brushRef="#br0" timeOffset="6124.52">14358 7549 0,'18'0'31,"-1"0"-15,1 0-1,17 0 1,-17 0-16,88 71 16,-18-18-1,-18-35 16,-34 17-15,-1 35 0,-17 19-1,-1-36-15,1-1 16,-18 1 15,-35-35-15,17 17-1,-53 1 1,1-1 0,17 0-1,35-35-15,-52 18 16,-1-18 0,54 17-1,-54-17 1,71 18 46,124-18-30,-54 0-32,1 0 0,-1 0 15,-35 0-15,18 0 16,-35 0-1,0 0-15,17 0 16,-17 0 15,17 0-15,-17 0 0,-1 0-1,1-18 16,-1 18-15</inkml:trace>
  <inkml:trace contextRef="#ctx0" brushRef="#br0" timeOffset="71047.08">23813 13053 0,'35'0'47,"18"0"-32,0 0 1,35 0-16,0 17 16,212-17-1,-124 0 1,353 0-1,-158 0 1,-18 0 15,-1 0-15,-281 0-16,52 0 31,-17 0-15,-70 0-16,16 0 15,90-17 1,-90-1 0,-16 18-1,-1-35 48,0 35-48</inkml:trace>
  <inkml:trace contextRef="#ctx0" brushRef="#br0" timeOffset="126690.26">26811 4921 0,'-18'0'78,"1"0"-31,-18-17-32,-1 17 1,19-18-16,-72 18 15,1 0 1,18 0 0,-54 0-1,54 0 1,52 0 0,0 0-16,1-18 15,-1 18 16,-17 0-15,17 0-16,-70 0 16,17 18-1,1 0 1,17-1 0,18 1-1,-53-18 1,52 0 15,19 0-15,-19 0 15,1 0-15,0 0 15,-1 0-16,19 0-15,-18 18 32,-1-18-17,-34 0 17,52 17-17,-17-17 16,0 0-15,-18 35 15,17-17 1,19-18-17,17 18 1,-18-18-1,18 17 1,-35 1 0,17 0-1,-17 35 1,35-36 0,-35 18-1,-1 18 1,-17 36-1,18 34 17,17-88-1,18 1-15,0-19-1,-17 19 1,17-1-1,-18 71 1,18-89-16,0 71 31,0-17-15,0-53-16,0 35 31,0-36-15,0 19-1,0 34 1,0-52-16,0 17 16,0 71-1,0-71 1,0 71 0,0 0-1,18-36 1,-1-17-1,19-17-15,-1-1 16,-17 18 15,-18-36-15,35-17 31,36 18-16,-36 0-15,0-1-16,-17-17 15,35 18-15,123 35 32,36 17-17,-71-52 1,-35 17-1,-18 1 17,35-19-17,-70 1-15,0-18 16,71 35 0,-19-35-1,19 0 1,-71 0-1,88 0 1,-88 0-16,106 0 16,70 18-1,-106-18 17,1 17-17,-18-17 1,-18 0-1,-18 0 1,-17-35 0,0 35-1,88-35 1,-105 17 0,34 18-1,1 0 1,52-17-1,18 17 17,-88 0-17,53 0 1,-53-36 0,0 36-1,-18-35 16,0 17-31,1-17 16,-1 0 0,0 17-1,36-17 1,-71 17 0,35-17-1,-17-18 1,-18-17-1,0 52 1,35-53 0,-35-52-1,0 105 1,0-70 0,-35 17-1,17 36-15,-35-106 31,36 35-15,-54 18 0,36 0-1,-1 0 17,19-1-17,17 19 1,-18 52-1,1-70 1,-19-88 0,36 123-1,0 17-15,-17 19 16,17-36 0,0 35-16,-18-52 15,0 52 1,1-35-1,-36-17 1,35 17 0,-17 53-1,17-36 1,1 19 0,-36 17-1,-53-53 1,35 53-1,-17 0 1,53-18-16,-71 18 16,-17 0-1,52 0 17,-17 0-17,35 0-15,18 0 16,-124 0-1,124 0 1,-71 0 0,18 0-1,-1 0 1,19 0 0,17 0-1,0 0 1,-35 0-1,17 0 1,18 18 0,0-18-1,18 0 1,0 0 0,-18 18-1,0-1 16,18-17-15,17 0 47,0 0-48,1 18-15,-1-1 16,-35 1 78,36 0-79,-54 17 16,53 0-15,-17-17 0</inkml:trace>
  <inkml:trace contextRef="#ctx0" brushRef="#br0" timeOffset="149175.92">30198 6297 0,'0'-35'16,"-35"17"-1,17 18-15,-35-35 31,35 35-15,-52-18 0,17-17-1,-106 0 1,106 35 0,-17 0-1,17-18 1,17 0-16,-34 18 15,17 0 1,-35-35 0,-18 18-1,71-1-15,-1 0 16,-34 1 0,35 17-16,-54-18 31,36 18-16,18 0-15,0 0 32,-18-35-17,35 35-15,-35 0 16,18 0 0,0 0-1,-18 17 1,18-17-16,-1 0 15,1 18 1,17 0 0,-34-1-1,52 1-15,-36 17 16,1-35 0,17 18-1,1-1 1,-19 1-1,-34 35 1,-1 0 15,36 17-15,17-52-16,-17 17 16,17 1-1,-17-1 1,18 0-1,-1 0 1,-17 36 0,17 0-1,-35 17 17,35 0-17,1 18 1,-1-18-1,18-17 1,0-36 0,0 71-1,0-71-15,0 0 16,0 53 0,0-35-1,0 18 1,0-18-16,18 123 31,-18-35 0,-18-70-15,18 70 0,0-35-1,0-36-15,-17 71 31,17-105-15,0 52 0,0 18-1,0-53-15,0 35 16,0-53 0,17 36-1,-17 17 1,0-18-1,18 1 1,-1 17 0,-17-17-1,0-1 1,18 1 0,0 35-1,17-36 16,-17 1-15,-18-54-16,17 19 31,1 17-15,-18-36-16,35 36 31,18-17-15,-18-19-1,18-17 1,-53 35-16,36-35 16,-19 0-1,1 0 1,17 36 0,0-1-1,-17-17 1,0-18-1,17 35 1,0-17-16,53 17 31,-17-18-15,-36-17-16,-17 0 16,35 18-1,0-18 1,-18 18-1,0-18 1,-17 0-16,17 0 16,1 0-1,-1 0 17,53 17-17,-35-17 1,-18 0-16,18 0 15,-35 0 1,17 0 0,-17 0-1,-1 0-15,1 0 16,88 0 0,-89 0-1,36 0 1,0-35-1,35 17 1,36 1 15,-89-1-15,36 18 0,-36-17-1,-17 17 1,17-18 15,35-17-15,-34-1-1,-1 1 1,-17 35 0,-1-35-1,1-36 1,35-35-1,-35 53-15,-18 1 16,17-37 0,1-16-1,-1-1 1,-17 35-16,0-52 16,53-177 15,-17 141-16,-19 89-15,19-107 32,-1 1-17,0 70-15,-35 0 16,0 36 0,0-72-1,0 37 1,0 52-16,0-71 15,0 71 1,18-123 0,-18 35-1,0 70-15,0 36 16,0-53 0,0 17-16,17-17 15,-17 17 1,0 54-1,0-36 1,0 18 0,-17-18 15,-19-18-15,36 18 15,-35 0-16,0 18-15,17 0 16,-17 35 15,17-18-15,-17 0 0,-35 1-1,34 17 1,-17-18-1,18 1 1</inkml:trace>
  <inkml:trace contextRef="#ctx0" brushRef="#br0" timeOffset="197687.92">26846 11307 0,'18'0'171,"-18"35"-155,-35 0 0,17-17-16,-17 35 15,17 0-15,1-1 16,-54 72 0,53-106-1,1-1 1,-1 19-16,0-1 15,18 35 1,0-17 15,0-17-15,18 69 0,17-52-1,-17-17-15,35-19 31,-35-17-15,-1 0-16,36 0 16,0 0-1,-35-35 1,17 17 0,-35-17-1,0-18 1,18 35-1,-18-17-15,-18-18 32,-17 0-1,17 53 0,-53-17-15,54-1-1,-36 18 1,18 0 15,17 0-15,0 0 0</inkml:trace>
  <inkml:trace contextRef="#ctx0" brushRef="#br0" timeOffset="200416.53">23019 7444 0,'0'35'93,"-71"71"-77,18-36 0,-176 248-1,106-124 1,70-71-1,53-52 1,0 17 0,53-17-1,17-18 1,-17-36-16,53 1 16,17-18-1,-52 0-15,17-53 31,0 0-15,-70 35 0,-18-17-1,0 17 1,0 1 0,-18-1-1,-17 0 1,0 1-1,-1 17 1,-34 0 0,17-18-1,18 1 1,-36-1 0,53 18-1,-17 0 32,0 0-31,17 0-1,-17 0 1</inkml:trace>
  <inkml:trace contextRef="#ctx0" brushRef="#br0" timeOffset="-189168.22">11659 10442 0,'18'0'63,"17"0"-48,18 0 1,35 0 0,-35 0-1,-17 36 1,-36-1 0,0-18-1,0 1-15,0 17 16,-53 1-1,0-19-15,-159 19 32,124-1-17,70-18-15,18 1 16,0 0 0,0-1-1,35 19 1,18-1-1,0 18 1,-35-36-16,17 19 16,1-1-1,-19 0 1,-17 18 0,0 18-1,-53-36 1,-106 0 15,71 1-15,0-36 15,0 0-15,70 0-16,1 0 93</inkml:trace>
  <inkml:trace contextRef="#ctx0" brushRef="#br0" timeOffset="-187753.32">9349 7761 0,'17'0'31,"1"18"-16,35 35-15,0 0 0,-36-36 16,19 19 0,17 16-16,-53 19 15,0 0 1,-18-54 0,-106 18-1,89-17 1,0 0-1,35-1 17,18 19-17,-1-1-15,195 106 32,-159-106-17,-53-17 1,-18 0-1,-35 17 17,18-17-17,0-18 1,17 0 0,-35 17-1,-17 18 1,-1 1-1,36-1 1</inkml:trace>
  <inkml:trace contextRef="#ctx0" brushRef="#br0" timeOffset="-180396.63">7549 12418 0,'0'17'16,"53"-17"0,-17 0-1,69 0 1,-52 0-16,36-17 31,-19 17-15</inkml:trace>
  <inkml:trace contextRef="#ctx0" brushRef="#br0" timeOffset="-179768.7">8237 12224 0,'0'0'16,"89"106"-1,-54-71-15,18-17 0,-36 52 32,-17-35-17,0 1-15,-123-1 31,-1-17-15,54-18 0,-18 52-1,35-16 1,35-36 31,36 17-32,35-17 1,53 0 0,-1 18-1,1-18 1,-71 0-16,1 0 16</inkml:trace>
  <inkml:trace contextRef="#ctx0" brushRef="#br0" timeOffset="-161804.29">7814 14041 0,'18'88'31,"-36"159"-15,18 53 15,-18-142-15,18-87-16,0-18 31,0-36-15</inkml:trace>
  <inkml:trace contextRef="#ctx0" brushRef="#br0" timeOffset="-161533.89">8149 14975 0,'18'-17'15,"-1"34"79,1 36-78,-18-35-16,18 0 15</inkml:trace>
  <inkml:trace contextRef="#ctx0" brushRef="#br0" timeOffset="-157800.66">8767 14358 0,'0'-18'47,"141"-17"-32,-53 18 1,212-72 15,-283 89-15,1-17-1</inkml:trace>
  <inkml:trace contextRef="#ctx0" brushRef="#br0" timeOffset="-157481.39">9260 14041 0,'-35'17'15,"70"-34"-15,-140 175 16,87-87 0,0-18-1,18 35 1,0-70 0</inkml:trace>
  <inkml:trace contextRef="#ctx0" brushRef="#br0" timeOffset="-157081.91">8996 14605 0,'0'18'62,"0"-36"-46,35-17-1,-35 17 1,71 18 0,-36-53-1</inkml:trace>
  <inkml:trace contextRef="#ctx0" brushRef="#br0" timeOffset="-156737.65">9384 14076 0,'35'0'31,"177"0"1,-159-18-32,0 1 15</inkml:trace>
  <inkml:trace contextRef="#ctx0" brushRef="#br0" timeOffset="-156425.16">9613 13970 0,'0'0'16,"-17"141"-1,-19-106 1,-17 71-1,18-88 1,0 17 0</inkml:trace>
  <inkml:trace contextRef="#ctx0" brushRef="#br0" timeOffset="-156132.21">9437 14340 0,'0'36'16,"0"-72"-16,0 107 16,0 35-1,0 35 1,-18-88 15,1-18-15,17-53 62,17-52-63</inkml:trace>
  <inkml:trace contextRef="#ctx0" brushRef="#br0" timeOffset="-155683.85">9543 14340 0,'35'-17'15,"-70"34"-15,88-34 0,-36 17 16,18-18 0,54 18-1,-72 0 17,1 0-17,17 106 16,-35-71-15,0 53 0,-35-17-1,35-36-15,0 1 16,-18 16 0,1-34 62,-1-18-63,-17-18 1</inkml:trace>
  <inkml:trace contextRef="#ctx0" brushRef="#br0" timeOffset="-155425.14">9490 14534 0,'0'0'16,"17"-17"-16,36-18 16,-17 35-1,69 0 1,-16-36-1</inkml:trace>
  <inkml:trace contextRef="#ctx0" brushRef="#br0" timeOffset="-154897.77">9454 14570 0,'0'0'0,"0"17"31,36-17-15,-1 0-16,53 0 31,-35 0-16,-53-17 48,-35 52-47,0-17 15,52-18 94,1 0-110,-1 0 1,36 0 0</inkml:trace>
  <inkml:trace contextRef="#ctx0" brushRef="#br0" timeOffset="-154489.5">9243 14817 0,'17'0'16,"19"0"0,87 0-1,36-18 1,-71-17 0,-35 35-1,-35-18 16</inkml:trace>
  <inkml:trace contextRef="#ctx0" brushRef="#br0" timeOffset="-154200.58">9437 14852 0,'-53'88'16,"35"-70"-1,89-124-15,-159 247 0,88-123 78</inkml:trace>
  <inkml:trace contextRef="#ctx0" brushRef="#br0" timeOffset="-153939.52">9754 14993 0,'0'0'0,"18"0"16,-18 35 0,18-35 15,-1 0-15,1 18-1</inkml:trace>
  <inkml:trace contextRef="#ctx0" brushRef="#br0" timeOffset="-151726.92">11148 14023 0,'0'18'32,"-18"-1"-17,-35 54-15,-176 264 32,123-247-17,88-70 1,-17 17-1,18-17 17,17 17-17,88 0 17,106-35-17,-71-17-15,124-36 31,-53-18-15,-159 53-16,18 18 16,-53-52 93,0-1-93</inkml:trace>
  <inkml:trace contextRef="#ctx0" brushRef="#br0" timeOffset="-151304.02">11395 13935 0,'-36'106'32,"72"-212"-32,-72 317 0,1-69 0,18-1 15,-54 70 1,36-140-1,35 17 1,0-53 0,-18-35-1,18 36 1,-35 17 15,17-18 63</inkml:trace>
  <inkml:trace contextRef="#ctx0" brushRef="#br0" timeOffset="-150564.27">11695 14252 0,'17'18'15,"89"123"1,-71-88-1,54 88 1,-1-35 0,-71-89-1,-17 36 1,0-35 46</inkml:trace>
  <inkml:trace contextRef="#ctx0" brushRef="#br0" timeOffset="-150104.8">12030 14376 0,'0'0'0,"-18"35"16,-70 106 0,53-88-1,17-18-15,-70 18 32,53 18-17,17-36-15,0-17 78</inkml:trace>
  <inkml:trace contextRef="#ctx0" brushRef="#br0" timeOffset="-141104.8">12524 14023 0,'0'35'31,"-53"53"-15,35-35 0,-52 53-1,-1-18 1,71-52-1,0 17-15,0-18 0,0-18 16,0 1-16,0 17 31,88-35-15,53 0 0,53 0-1,-70 0 1,-36-35-1,-70 35-15,35 0 32,-36 0-17,1 0 1,35-18 0,-36 18-1,1-17 16,-18-1 1</inkml:trace>
  <inkml:trace contextRef="#ctx0" brushRef="#br0" timeOffset="-140712.7">12841 14041 0,'-88'194'0,"53"-71"16,158-440-16,-264 758 0,88-336 0,35-52 15,1 0 1,17 0-16,-35 18 16,35-18-1,-18-36 95</inkml:trace>
  <inkml:trace contextRef="#ctx0" brushRef="#br0" timeOffset="-140167.25">14693 14499 0,'18'0'46,"264"0"-30,-141 0-16,0-17 16,0 17-1,-70-18 1,-36 0 0,-17 18 30,-18-35 33</inkml:trace>
  <inkml:trace contextRef="#ctx0" brushRef="#br0" timeOffset="-139815.7">15575 14288 0,'0'0'0,"141"123"16,-88-52-1,-18-36 1,-35 0 15,-105-17-15,69 35-16,-34 17 31,35-52-15</inkml:trace>
  <inkml:trace contextRef="#ctx0" brushRef="#br0" timeOffset="-138724.84">17163 13917 0,'-36'18'15,"-34"123"1,17-88-16,-176 300 31,176-265-15,35 18-1,18-54 1,0-16 0,18-36 15,88-18-15,-71-17-16,35 0 31,-70-36-16,-17 36 1,17 17 15,-18 0-15,-35-52 0,18 70 15</inkml:trace>
  <inkml:trace contextRef="#ctx0" brushRef="#br0" timeOffset="-138289.77">17286 14199 0,'0'0'0,"18"0"15,-1 36 1,19 34-16,70 1 16,-54-36-1,19 36 1,-36-36 0,-17-18-1</inkml:trace>
  <inkml:trace contextRef="#ctx0" brushRef="#br0" timeOffset="-137949.89">17692 14093 0,'-35'106'16,"-18"-35"-1,35-53 1,-70 70 0,-18 0-1,71 0 17,-1-53-17,36-17 1,-17 0-1</inkml:trace>
  <inkml:trace contextRef="#ctx0" brushRef="#br0" timeOffset="-137248.75">18292 13847 0,'-71'123'31,"142"-246"-31,-195 317 0,71-89 16,-123 178-1,-89 122 1,159-193 0,89-89-1,17-70 1,0-35 0,53 17-1,52-35 1,19-70-1,-36-54 1,-17 1 0,-71 52-1,-18 18 1</inkml:trace>
  <inkml:trace contextRef="#ctx0" brushRef="#br0" timeOffset="-134907.95">7638 15822 0,'35'0'46,"18"18"-30,70 17 15,-105-35-31,17 18 16,1 17 0,-19-17-16,1-1 15,-18 1 1,17 17-1,-17 18 1,-52 0 0,-19 18-1,18-71 1,-35 70 0,70-52-1,-123 52 1,35-34-1,71-19 1,17 1 0,89-18 62,-1 0-63,195-71 1,-212 36 0,-18 17-16,1-17 15,-19 17 1,18 18 31,1-17-32,34-1 1,-17 1 0,-35 17-16,17 0 62,0-18-46</inkml:trace>
  <inkml:trace contextRef="#ctx0" brushRef="#br0" timeOffset="-134632.59">8326 16298 0,'35'18'15,"-18"-18"79</inkml:trace>
  <inkml:trace contextRef="#ctx0" brushRef="#br0" timeOffset="-133190.09">9190 15699 0,'0'17'47,"70"19"-31,19 16 0,-54-16-1,-17-19-15,17-17 78</inkml:trace>
  <inkml:trace contextRef="#ctx0" brushRef="#br0" timeOffset="-132918.74">9613 15804 0,'-17'18'31,"-1"0"-16,-70 35 17,52-36-32,1 19 0,35-19 15,-35 1 1,17-1 0</inkml:trace>
  <inkml:trace contextRef="#ctx0" brushRef="#br0" timeOffset="-132503.54">9102 15998 0,'123'0'47,"195"0"-16,-248 0-15,-52 0-16</inkml:trace>
  <inkml:trace contextRef="#ctx0" brushRef="#br0" timeOffset="-132130.52">9102 16193 0,'141'0'47,"-53"-18"-32,141-17 1,-176 17-1,18 0 1,-54 18 0,1 0-16,17-17 15</inkml:trace>
  <inkml:trace contextRef="#ctx0" brushRef="#br0" timeOffset="-131719.45">9419 15628 0,'0'0'16,"-70"247"-1,-1-159-15,-52 124 31,-1-71-15,54-88-16,17 0 16,17-18-1,54-35 95</inkml:trace>
  <inkml:trace contextRef="#ctx0" brushRef="#br0" timeOffset="-131433.34">9366 16298 0,'0'0'0,"53"0"16,0 0-1,18 36 1,-18-36 0,35 0-1,-71 17 1,19-17-1</inkml:trace>
  <inkml:trace contextRef="#ctx0" brushRef="#br0" timeOffset="-131039.84">9208 16439 0,'0'0'0,"194"0"16,-124 0-16,-17 0 15,-35 0 1,-18 18 15,0 0 1,0 17-17,-18 0 16,0-35-15,1 0 15,-19 18-15,-34-18 15</inkml:trace>
  <inkml:trace contextRef="#ctx0" brushRef="#br0" timeOffset="-130626.22">9349 16457 0,'0'18'16,"-36"52"-1,36-17 1,-17 0-16,17 0 16,0-35-1,0-1 1,88-17 0,88 0-1,-70-17-15,106-54 16,-159 1-1,-36 34 1,-17 19 0</inkml:trace>
  <inkml:trace contextRef="#ctx0" brushRef="#br0" timeOffset="-129159.9">7814 17374 0,'18'0'31,"-1"0"-15,177 18-16,-53 17 15,-52-35 1,-19 36 0,-70-1-1,0 0 1,-123 71 15,87-36-15,19-34-1,17-19 1,17 1-16,1 0 16,0 17-1,-18-17 1,17 17 0,-17 0-1,-17 36 16,-89-1-15,53-70 0,-18 36-1,54-36 1,-1 0 109,1 17-109</inkml:trace>
  <inkml:trace contextRef="#ctx0" brushRef="#br0" timeOffset="-128839.56">8643 18221 0</inkml:trace>
  <inkml:trace contextRef="#ctx0" brushRef="#br0" timeOffset="-125768.79">9737 17304 0,'17'17'46,"-34"1"-30,-1 17-16,0 54 16,-52 122-1,17-52 1,35-71-16,1 124 31,52-124-15,0-53-16,36-17 31,123-71-15,-141-35 15,-53 17-15,0 36-16,0-18 15,-159-35 1,0 35-1,106 35 1,0 1-16,36 17 16,-19 0-1,89 0 48</inkml:trace>
  <inkml:trace contextRef="#ctx0" brushRef="#br0" timeOffset="-125318.6">10213 17533 0,'70'106'31,"72"17"-15,-72-87-16,-17 34 15,-18-17 1,-17-35 0,0 17-1,-1-17-15,1 35 16,0-53 93,-18-18-109</inkml:trace>
  <inkml:trace contextRef="#ctx0" brushRef="#br0" timeOffset="-124992.42">10583 17621 0,'0'0'0,"-35"71"15,17-18-15,-34 35 16,-72 35-1,71-70-15,18 0 16,0 18 0,17-71-1,0 17 63</inkml:trace>
  <inkml:trace contextRef="#ctx0" brushRef="#br0" timeOffset="-124237.55">11077 17392 0,'0'53'16,"-70"159"0,-1 105 15,71-193-15,0-89-1,0-18 1,35 1-1,1-18 1,-19 0 0,36-18-1,-17-52 1,-36-18 0,0 52-1,-18-17 1,-35 18-1,-18 0 1,54 35-16,-1 0 16,-35-35-1,36 35 32,-19 0-31,19 17-16,-1 1 15,18 17 1</inkml:trace>
  <inkml:trace contextRef="#ctx0" brushRef="#br0" timeOffset="-123512.85">11871 17833 0,'18'0'63,"211"53"-48,-141-18 1,0-17 0,18 17-16,106-35 15,-124 0 1,-35 0 15,-35 0 94</inkml:trace>
  <inkml:trace contextRef="#ctx0" brushRef="#br0" timeOffset="-123103.66">12735 17727 0,'71'71'16,"17"34"15,-70-87-31,-18 0 16,0 17 0,0-17-16,0 88 31,-89-18-16,72-71 1,-18 1 0</inkml:trace>
  <inkml:trace contextRef="#ctx0" brushRef="#br0" timeOffset="-122246.2">14323 17427 0,'0'0'16,"-18"0"0,1 18-1,-19 35 1,-158 141 0,106-106-1,-18 0 1,89-53-16,-19 36 15,36-53 1,18-1 31,17-17-31,89 0-1,105 0 1,-88-35-1,-88 35 1,-35 0 0,-1-18 77</inkml:trace>
  <inkml:trace contextRef="#ctx0" brushRef="#br0" timeOffset="-121870.14">14305 17692 0,'-17'35'15,"17"0"1,-18 71 0,-17 0-1,-18 0 1,53-53-16,0 0 15,-18-36 17,53 1 61</inkml:trace>
  <inkml:trace contextRef="#ctx0" brushRef="#br0" timeOffset="-121505.31">14746 17727 0,'18'-18'16,"17"36"-1,71 53 1,0 17 0,-36 0 15,1-35-16,-54-18 1</inkml:trace>
  <inkml:trace contextRef="#ctx0" brushRef="#br0" timeOffset="-121159.59">15081 17674 0,'0'35'16,"0"71"-1,-17-35 1,-54 17 0,18-35-1,0 18-15,36-36 0,-1 0 16,18-17-1,-18-1 79</inkml:trace>
  <inkml:trace contextRef="#ctx0" brushRef="#br0" timeOffset="-120399.8">15593 17621 0,'0'0'16,"-35"53"0,-36 141-1,53-159 1,-17 54-1,-18 17 1,53-71 0,0-18-1,0 1 1,18-18 0,-1 0 15,72 0-16,16 0 1,-69 0 0,-1 0-1,36 0 1,-54 0-16,1 0 31,-1 0-15,1 18-16,0-18 31,17 0-15</inkml:trace>
  <inkml:trace contextRef="#ctx0" brushRef="#br0" timeOffset="-119755.36">15840 17833 0,'0'123'16,"0"-246"-16,-18 388 16,18-213-1,0 1-15,0 0 16,-35-17 0,35 16-1,0-34 1,0 0-1,-18 17 17,18-17 30,0-1-31,-17 1 63</inkml:trace>
  <inkml:trace contextRef="#ctx0" brushRef="#br0" timeOffset="-113377.65">12859 15258 0,'0'0'0,"-18"0"0,0 17 15,-140 1 1,-19 0 0,-17 17-1,106-35 1,-106 0-1,88 0-15,-35 0 16,0 0 0,-35 0 15,17-35-15,71-1-16,-106-17 15,0-52 1,105 69-1,-69-34 1,34-18 0,-17 17-1,18 0 1,70 1 0,35 35-16,0-18 15,18-36 1,-17-52-1,-1 36 1,-17-72 0,35 142-1,18-36 1,70-17 0,106 0-1,-71 17-15,177-70 31,35 35-15,0 18 0,-17 35-1,105-70 1,-229 88 0,-158 17-1,105 18 1,-53 0-1,141 53 1,36 17 0,-18 36-1,-159-88-15,-18 52 16,-52-34 0,35-1-1,0 53-15,-18-35 0,89 176 16,70 18 15,-18 0-15,-141-229-1,18 70 1,-53-53-16,0 54 16,0 52-1,0-53 1,0 0-1,0-17-15,-53 17 16,36 0 0,-36-35-16,0 70 15,-106 36 1,-70-18 0,17-35-1,142-106-15,-1 18 16,-105-1-1,70-17 1,18 0 0,52 0-1,-17 0 32,36-35-31,-19 0-1,36 17 1,-17 1 0,-1-1 15,18-17-15,0 17-16,-17-105 31,-1 87-16,18 1 1</inkml:trace>
  <inkml:trace contextRef="#ctx0" brushRef="#br0" timeOffset="-111276.83">14799 16792 0,'-18'0'15,"-52"0"1,-18 18 0,17 17-16,1-35 15,-36 0-15,0 35 16,-123 1-1,17-1 1,159-35-16,-123 88 31,123-35-15,35 0-16,-88 141 31,89-141-15,17 0-16,0 17 15,0 36 1,17-70 0,-17 16-1,0 1 1,35 18 0,1 70 15,-19-70-16,19-18 1,-1-1 0,0-16-16,1 17 15,16-36 1,1 71 0,18-17-1,17 17 1,0-17 15,-35-1-15,35-17-1,-35-35 1,-17-18 0,69 35 15,-69-35-31,52 35 15,-18-17 1,36 17 0,18-35-1,-71 0 1,53 0 0,35 0-1,70 0 1,-158 0-1,71 0 1,-18 0 0,17 0-1,-70 0-15,88-17 32,35-36-1,-140 35-31,34 1 15,18-54 1,1 18 0,34-18-1,-88 54-15,36-18 32,17-18-17,-35 0-15,-18 17 16,1 1-16,34-53 15,-52-18 1,-18 89 0,0-1-16,0-53 15,-35-35 1,-18 36 0,17 17-16,-17 18 15,36-18-15,-19 0 16,1 0-16,0 18 15,-53-71 1,-36 18 0,-52-53-1,35 52 1,17 1 15,36 71-15,53-19-16,-36-17 15,-70 18 1,88-18 0,-35 18-16,-88-18 15,17 53 1,71-35 0,35 17-1,0 18 1,18 0-1,17 0 1,-17 0 0,-106 0-1,52 35 1,1 1 15,71-36-15,-36 17-1</inkml:trace>
  <inkml:trace contextRef="#ctx0" brushRef="#br0" timeOffset="-110495.74">14446 16951 0,'0'-18'63,"-88"-70"-48,-159-141 17,141 123-17,0 0-15,-123-123 16,-18 52 0,71 36-1,141 88 1,-18-17-16,-18-18 15,36 35 1,17 18-16,1 17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8:18:16.0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15628 2593 0,'0'18'93,"18"17"-77,17-18 0,-35 1-1,0 0 1</inkml:trace>
  <inkml:trace contextRef="#ctx0" brushRef="#br0" timeOffset="408.22">15222 2946 0,'71'0'16,"70"-18"-1,-35 0 1,35 18-16,88-17 16,-35-1-1,-123 1 1,-53 17 15</inkml:trace>
  <inkml:trace contextRef="#ctx0" brushRef="#br0" timeOffset="733.38">15505 3122 0,'0'53'47,"0"-35"-31,0 17-1,0 35 1,0-17 0,0-17 30,0-54-30,17-53-16</inkml:trace>
  <inkml:trace contextRef="#ctx0" brushRef="#br0" timeOffset="1204.04">15681 3087 0,'53'0'16,"-18"17"-16,71 19 31,-106-1 16,0-17-31,-35-18-16,-18 35 15,-124 53 1,142-70-16,-53-1 31,141-17 63,123 0-78,-35-35 15</inkml:trace>
  <inkml:trace contextRef="#ctx0" brushRef="#br0" timeOffset="1521.65">15452 3440 0,'0'35'16,"0"-17"-1,0-71-15,0 141 0,0-35 16,17 35 0,-17-70-1,18 17 1</inkml:trace>
  <inkml:trace contextRef="#ctx0" brushRef="#br0" timeOffset="1908.66">15840 3351 0,'106'0'0,"-212"0"0,441 0 16,-229 0-16,35 0 31,-88 0-16,-53 124 17,-18-71-17,-70 106 1,53-89 0,35-52-1,-106-36 95</inkml:trace>
  <inkml:trace contextRef="#ctx0" brushRef="#br0" timeOffset="2629.35">15963 3387 0,'0'0'0,"71"0"15,-54 17 1,1 1-16,0 35 31,-18 35-15,-53-17 15,17-54-15,1 1-1,18-18 48,-1 0-16,18-18-16,0-17 63,0 17-79,0-17 17,0 17-17,0 1 17,35-1 14,0 1-30,-17-1-16,35 0 31</inkml:trace>
  <inkml:trace contextRef="#ctx0" brushRef="#br0" timeOffset="3123.06">16739 3052 0,'0'0'0,"53"0"62,0 0-46,18 0-16,-18 0 16,88-18-1,-88 0 1,-36 18-1,-17-17 17,0-1-32</inkml:trace>
  <inkml:trace contextRef="#ctx0" brushRef="#br0" timeOffset="3439.42">16969 2734 0,'-18'18'15,"36"-36"-15,-54 106 16,1 18-16,17-53 0,1 88 31,-1-35-15,1-53-1,17 0 1,0-36-16,35-70 94</inkml:trace>
  <inkml:trace contextRef="#ctx0" brushRef="#br0" timeOffset="3757.83">17127 2858 0,'0'52'15,"0"72"1,0-54 0,0-17-16,0 0 15,0 0 1,0-35 0,0-1 62,-35-34-78</inkml:trace>
  <inkml:trace contextRef="#ctx0" brushRef="#br0" timeOffset="4016.56">16933 3228 0,'0'-18'47,"18"18"-31,17 0 30,1 0-30,-1 0 0,18 0-1</inkml:trace>
  <inkml:trace contextRef="#ctx0" brushRef="#br0" timeOffset="4321.35">16898 3281 0,'18'0'62,"35"0"-46,35 0-1,-53 0 1</inkml:trace>
  <inkml:trace contextRef="#ctx0" brushRef="#br0" timeOffset="4606.38">16757 3404 0,'0'0'0,"53"0"16,17 0-16,89 0 16,-106-17-1,0-1 1,35-17 0</inkml:trace>
  <inkml:trace contextRef="#ctx0" brushRef="#br0" timeOffset="4977.54">17039 3387 0,'-17'17'15,"34"-34"-15,-52 34 16,0 1 15,-18 0-15,17 17-1,-16-17 1,34-1 0,0 1 46,18-1-46</inkml:trace>
  <inkml:trace contextRef="#ctx0" brushRef="#br0" timeOffset="5295.82">17057 3598 0,'0'0'0,"53"18"16,-18-18-1,-17 18 1,17-18 125</inkml:trace>
  <inkml:trace contextRef="#ctx0" brushRef="#br0" timeOffset="5592.79">17815 2681 0,'0'0'0,"-70"18"16,34 17-16,1-17 16,-71 52-1,-176 124 17,229-123-17</inkml:trace>
  <inkml:trace contextRef="#ctx0" brushRef="#br0" timeOffset="5861.4">17286 3104 0,'0'0'16,"18"89"-1,-18-54-15,35 53 16,-17-17 0,-18-1-1,0-52 1,0 17-16,17-35 78,19-17-62</inkml:trace>
  <inkml:trace contextRef="#ctx0" brushRef="#br0" timeOffset="6179.64">17604 3175 0,'17'0'16,"-34"0"-16,34-18 16,1 18-16,0-35 15,17 35 1,18 0 0,-18 0-1,-17 0 32,-1 0-31,1 18 31,-18-1-47</inkml:trace>
  <inkml:trace contextRef="#ctx0" brushRef="#br0" timeOffset="6613.34">17798 3246 0,'0'17'16,"0"1"-1,-18 52 1,18-34 0,0 17-1,0-36 1,0 1 0</inkml:trace>
  <inkml:trace contextRef="#ctx0" brushRef="#br0" timeOffset="31237.47">22331 3563 0,'35'0'47,"-17"0"-31,105-18-1,36 18 1,-53 0 0,-53 0-1,-18-17 1</inkml:trace>
  <inkml:trace contextRef="#ctx0" brushRef="#br0" timeOffset="31603.69">22613 3246 0,'0'0'0,"-35"0"15,35 35 1,-18 0-16,18 71 15,0-88 1,0 70 15,35-53 47</inkml:trace>
  <inkml:trace contextRef="#ctx0" brushRef="#br0" timeOffset="31928.93">22507 3792 0,'0'36'32,"36"-36"-17,-1 0 1,35-53-1,-52 35 1,-18-17 0,35 35-1,-35-18 1,36 18 0</inkml:trace>
  <inkml:trace contextRef="#ctx0" brushRef="#br0" timeOffset="32333.16">22966 3122 0,'-18'0'16,"-52"0"15,52 0-15,0 0-16,-17 35 15,0 18 1,17 0 0,18 0-1,0-18 1</inkml:trace>
  <inkml:trace contextRef="#ctx0" brushRef="#br0" timeOffset="32934.76">22913 3210 0,'18'0'0,"-1"0"16,1 0-1,17 0 1,53 0 0,-35 0-16,88 53 31,-88 0-15,-53-35-16,0 88 31,0-18-16,-17-18 1,17-17 0,0 18-1,0-1 1,0-52 0,0 17-1,-18-35 110</inkml:trace>
  <inkml:trace contextRef="#ctx0" brushRef="#br0" timeOffset="33301.04">23160 3351 0,'-18'0'0,"1"0"15,-19 0 1,36 18 15,0 17-15,0 1-1,0-19 32</inkml:trace>
  <inkml:trace contextRef="#ctx0" brushRef="#br0" timeOffset="33720">23001 3669 0,'0'18'63,"18"-18"-48,17-36-15,-17 19 16,52-19 0,-52 19-1,0 17-15,-1-36 16,1 19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8:40:12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16193 7885 0,'17'0'15,"36"0"1,-35 17-16,35 1 16,0-18-16,141 0 15,35 0 1,106 0-1,-159 0 1,-17 0-16,123-53 16,-158 53-1,-18-18-15,0-17 16,-71 35 0,-18 0-16,36-18 15,-35 18 1,0-17-16</inkml:trace>
  <inkml:trace contextRef="#ctx0" brushRef="#br0" timeOffset="18701.81">15081 9543 0,'18'0'63,"70"0"-48,-17 0-15,211 17 32,-35-17-17,0-35 1,-159 17 0,18 18-16,35 0 15,-88 0 1,-18 0-16,36 0 15,-36 0 1,0 0-16,18 0 16,-35 0-1,35 0-15,-18 0 16,-17-17 0,-1 17-16,36-18 15,-35 0 1,-1 18-1,1 0 1,0 0-16,35 0 16,-36 0-1,1 0-15,35 0 16,-18 0 0,-17 0-16,17-17 15,0 17 1,-17 0-1,17 0 1,0 0 15,18-35-15,-35 35-16,35-18 31,-35 18-15,-1-18-1,1 18 32,0 0-31</inkml:trace>
  <inkml:trace contextRef="#ctx0" brushRef="#br0" timeOffset="37349.11">21361 9648 0,'17'-17'31,"1"17"0,0 0-15,35 0-1,-53-18 1,17 18-16,36-17 31,-18-1-15,1 0 0,-19-17-1,1 35 1,-18-18-16,18 18 15,-18-53-15,35 1 32,-35 16-17,17 1 1,-17 0 0,18-18-1,0 18 1,-36-18 15,18 35-15,0-17-16,-35-1 15,35 19 1,-18 17 0,1-18-1,-1 0 1,0 18-1,-17-17 17,17-1-17,1 18-15,-19 0 32,1-17-17,18 17 1,-19 0-1,1 0 17,17 0-17,1 0 1,-1 0 15,-17 0-15,0 0 15,-71 35-15,70-18-1,-34 19 1,52-1-16,1 0 31,-19 1-15,19 17-1,17-1 1,0 19 0,0-18-1,0-18 1,35 53 0,-17-52-16,52 17 31,1-18 0,-18-18-15,-18-17-16,0 0 15,0 0-15,1 18 16,-19-18-16,-17 18 16,36-18 77,-19 0-77,1 0 0</inkml:trace>
  <inkml:trace contextRef="#ctx0" brushRef="#br0" timeOffset="43003.43">16528 12259 0,'-71'106'31,"53"70"-15,1-35-16,17-17 16,0 17-16,53 282 31,-18-176-16,-35-123-15,0 211 32,0-71-17,0-87 1,-18-89 0,18 18-1,-17-36 1,17 1-1,-18-71 95</inkml:trace>
  <inkml:trace contextRef="#ctx0" brushRef="#br0" timeOffset="44316.97">16792 12224 0,'0'-18'32,"36"18"-17,158 0 1,370 53-1,-352-53 1,-18 0-16,-36 0 16,36-18-1,-52-35 1,-54 53 0,-18 0-1,1 18 1,-36-18-1,0 0-15,18 18 16,-35-18 0,35 17-16,17-17 15,-52 0 1,88 18 0,-71-18-1,18 18 1,35-1-1,-52-17-15,105 18 32,123-18-17,-176 0-15,36 0 32,-36 0-17,-35 0 1,-35 0-1,17 0-15,-17 18 0,-1-18 32,1 17-17,-18 1 1,0 17 0,-18-17-1,-35 123 1,-35 18-1,53 17 1,0-70-16,-1 211 31,36-105-15,0-88 0,0 105-1,0-123-15,0 17 16,0 18-1,0-70-15,0 52 16,0-70 0,0 0-16,36 0 15,-36-35 95,17-18-95</inkml:trace>
  <inkml:trace contextRef="#ctx0" brushRef="#br0" timeOffset="45153.8">16669 14799 0,'53'0'47,"123"35"-31,18-35 0,177 18-1,122 17 1,1-35-1,-264 0-15,-54 0 16,-35 0-16,71 0 16,-159 0-1,-36 0-15,89 0 32,-106-17-17,18 17 32,17 0-31,0 0-16,-17 0 31,17 0 47,-17 0-78</inkml:trace>
  <inkml:trace contextRef="#ctx0" brushRef="#br0" timeOffset="46101.06">17022 13494 0,'17'0'47,"36"0"-32,0 0-15,0 0 16,212-36 0,-1-16-1,1 34 1,70-17-1,-18 35 1,-176 0 0,-88 0-1,0 0 1,0 0 15,18 0-15,-54 0-1,19 0 1,34 0 15,18 17-15,-70-17-16,17 0 16,-17 0 15,0 0 31</inkml:trace>
  <inkml:trace contextRef="#ctx0" brushRef="#br0" timeOffset="46904.77">18309 12559 0,'0'18'15,"0"17"1,0 88 0,0-70-16,0 18 15,18 229 1,-1 105 15,1-105-15,-18-141-1,-18-71 1,18 18 0,0-53-1,0-35 1,0 70 0,0-18-1,0 1 1,0-54-1,0 19 1,0-1 62</inkml:trace>
  <inkml:trace contextRef="#ctx0" brushRef="#br0" timeOffset="48200.79">17180 12594 0,'18'0'63,"17"0"-48,0 0 1,18 35 0,-35-17-1,17 0 1,1 35-1,-36-36-15,35 36 16,-35-35 0,0 17-1,0-17-15,-18 17 16,-52 36 0,-19-18-1,72-36 1,-1 18-16,-35-35 15,36 0 17,-1 0-17,71 0 157,-35 0-156,17 0-16,124 0 31,-71 0-15,-35 0-16,0 0 15,17 0 1,-52 0 0,-1 0-1,1 0 1,17 0 62</inkml:trace>
  <inkml:trace contextRef="#ctx0" brushRef="#br0" timeOffset="59660.29">7849 6262 0,'0'141'94,"0"18"-79,0-18 1,0-18 0,-35 54-1,35-54 1,0 1-1,0-71 1,-18 17-16,-17 89 31,0-18-15,35-106-16,-18 71 16,18-35-1,0 52 1,0 18-1,0 36 1,0-54 0,0-35-1,0 18 1,0 18 0,0-1-1,0 71 1,0-106-1,0 36-15,0-1 16,0-70 0,0 71-1,0 17 1,0-106 0,0 53-1,0 36 1,0 52-1,0-88 1,0 53 0,0 0-1,0-88 1,0 0-16,0 18 16,0 70-1,0-88 1,0-36-1,0 19 1,0-19 0,0 1-16,0 0 31,18-1 78,-1-17-93,36-70 0,36 17-1,-19 18 1,-35-1-1,18 19 1,0 17 0,-17 0-16,16 0 31,1 0-15,159-53-1,-159 53 1,18 0-16,317 0 47,-18 0-32,-194 17 1,-35 19 0,18 17-1,0-36 1,-36-17-1,-34 0 1,-19 0-16,-17 0 16,53 0-1,35 0 1,-35 0 0,53 0-1,-36 0 1,-52 0-1,-18 0-15,35 0 16,0 18 0,0-18-1,-17 0 1,-36 0-16,18 0 16,106 0-1,-89 0 1,-52 0-1,35 0-15,-18 0 16,36 0 0,-54 0-1,1-18 63,-18 1-62,0-1-16,0 0 16</inkml:trace>
  <inkml:trace contextRef="#ctx0" brushRef="#br0" timeOffset="61988.92">7655 6244 0,'36'0'16,"69"0"0,37 18-1,-19-18 1,106 17 0,-141-17-1,36 18-15,88 17 16,-107-35-1,-16 0-15,122 0 16,-87 0 0,-36 0-16,212 36 15,-159-36 1,-53 0-16,177 0 16,-142 0-1,124 35 1,-194-35-1,-18 0-15,36 0 16,-53 0 0,-1 0-16,71 18 15,1-18 1,34 0 0,-88 0-1,36 0 1,17 0-1,-53 0 1,18-18 0,53-17-1,-106 17 1,18 18-16,-1 0 16,1 0-1,0 0 16,17 0-15,53 0 0,-53 0-1,-17 0 32,0 0 63,-1 0-95,-17 35-15,0 18 16,18 18-1,-18 35 1,0-18-16,0 0 16,0-35-16,-18 229 31,18-88-15,0-141-1,0 88 1,0-70-16,0 17 15,18-18-15,-18 36 16,18 18 0,-1-1-1,-17-87 1,0 16-16,0 19 16,0-36-1,0 18-15,0 71 16,0-18-1,0-71 1,18 0-16,0 18 16,-1 88-1,18 0 17,1-53-17,-36 18 1,0-18-1,0 36 1,0-54 0,-18 72-1,18-90 1,0 19-16,-35-36 16,35 54-1,0 16 1,0-34-1,0-36-15,0 36 16,0-36 0,0-17-16,17 52 15,-17-17 1,18 0 0,0-35-1,-18 35 1,0 17-1,35-17 1,-35-35 0,0-1-16,18 19 15,-18 17 1,0-18 0,0 0-1,0 0 1,0 1-1,17-19 126</inkml:trace>
  <inkml:trace contextRef="#ctx0" brushRef="#br0" timeOffset="79188.64">18874 12665 0,'17'-36'32,"19"36"-17,-1 0 1,-18-17 15,1-1-15,17 71 31,1-35-32,-19-18-15,1 17 16,17 1-1,0 17 17,-17 18-1,-18-18 0,-18-17-15,-52 17-1,35 1 1,17-19-16,0-17 16,1 18-1,-1 0 1,0-18 0,1 0 93,34 0-93,1 0-1,35 0 1,-35 0-1,-1 0 1,1 0-16,17 0 16,0 35-1,-35 0 1,18 0 15,-18 1 16,0-1-31,-18 0-1,1-35 1,-1 18 15,1-18-15,-19 0-1,1 0 1,-53 0 0,53 0-1,-1 0-15,19 0 16,-1 0 15</inkml:trace>
  <inkml:trace contextRef="#ctx0" brushRef="#br0" timeOffset="84597.36">5927 7920 0,'0'106'47,"0"-53"-31,0 0-16,35 352 31,-35-334-16,0 35-15,0 193 32,0-175-17,0-53-15,18 87 16,17-17 0,-17 18-1,17 35 1,-35-35-1,53-18 1,-53-35 0,35 17-1,-35-17 1,0-18 0,0-17-1,0 35 1,0-53-16,0 52 15,0-34 1,0 35-16,0-36 16,0 124-1,0 0 17,0-70-17,-53 35 1,53-53-1,-18-1 1,18-69 0,-17-1-16,17 18 15,0-36 1,0 19 0,0-19-1,0 1-15</inkml:trace>
  <inkml:trace contextRef="#ctx0" brushRef="#br0" timeOffset="87109.07">6033 7938 0,'70'-36'31,"-17"36"-15,53 0-16,105 18 31,1 17-15,141 18-1,-141-53 1,-142 0 0,54 0-1,-36 0-15,18 0 16,105 0-1,54 0 1,88 18 0,141-1-1,-230-17 1,-123 0 0,-88 0-16,88 0 15,-88 0 1,53 0-1,18 0 1,-36 0 0,-18 0-16,54 0 15,-18 0 1,-71 0 0,18 0-16,35 0 15,-35 0 1,0 0-1,-18 0 1,0-17 0,-17 17 77,17 0-77,-17 0 0,17 0 109,-35 17-110,0 19 1,0 17 0,0-1-16,0 195 31,-35-158-16,17 52 1,18-35 0,-17-54-1,-19 160 1,36-88 0,0-1-1,18-70 1,-18 53 15,0-53-31,0 53 16,0-36-16,0-17 15,0 53 1,0 0 0,0 0-1,0-54-15,0-16 16,0-1-1,0 36 1,0-19-16,0 19 16,0-36-1,0 1-15,0 69 16,18-52 0,-18 0-16,35 71 15,-17-1 1,-18 54-1,0-54 1,0 1 0,0-36-1,0 35 1,0 18 0,0-88-1,0 0 1,0-18-16,0 18 15,0-17 1,0-1-16,0 35 16,0-34-1,0 34 1,-18-34 0,0-19-16,1 1 15,-1 70 1,0-35-1,1 0 1,17-35 0,0 17 124,0 0-124,0 36 0,0-54-1,-18-17 110</inkml:trace>
  <inkml:trace contextRef="#ctx0" brushRef="#br0" timeOffset="88717.63">6156 12524 0,'0'-18'16,"88"36"47,424-1-32,-318-17-31,0 0 15,-18 0-15,300 0 32,-334 0-17,-37 0-15,107 0 16,-124 0 0,-17 0-16,123-17 15,17 17 1,-17 0-1,-52-18 1,-54 0-16,71 18 16,-54 0-1,1-53 1,-71 53 0,1 0-16,-1-17 15,0 17-15,1-18 16,-1 18-1,35 0 1,-17 0 0,0 0-1,141 0 1,-53 0 31,-105 0-47,-19 0 15,1 0-15,0 18 16,-1-1 0,1-17 62,17 0-47,0 0-15,1 0 15</inkml:trace>
  <inkml:trace contextRef="#ctx0" brushRef="#br0" timeOffset="98160.82">17515 13899 0,'-70'53'46,"35"0"-30,-18-17-16,-36 16 16,72-16-1,-36-19-15,0 19 16,-18 17 0,54-36 46,34 19-15,89-19-31,0 18-16,265 36 31,-266-53-16,-16-18-15,87 0 16,-123 0 0,-35 0-1</inkml:trace>
  <inkml:trace contextRef="#ctx0" brushRef="#br0" timeOffset="98926.53">17903 13882 0,'-17'0'31,"-1"53"-15,1 0-16,-19 105 15,1-69 1,-53 69-1,35-17 1,18-70 0,17-18-1,0 0 1,18-36 0</inkml:trace>
  <inkml:trace contextRef="#ctx0" brushRef="#br0" timeOffset="101545.64">18927 13741 0,'0'106'47,"17"35"-31,36 17-1,-18-16 1,1-72 0,-1-52-1,-35-1 63,-71 1-62,-34-18 0,52 0-1,17 0-15,-17 0 16,36 0 0,-18 0 46,35-18-46,0 1-16</inkml:trace>
  <inkml:trace contextRef="#ctx0" brushRef="#br0" timeOffset="101828.31">19085 13988 0,'18'0'16,"-36"0"-16,89 0 16,-36 0-16,124-36 31,-106 1-16,-36 35 1,1 0 31</inkml:trace>
  <inkml:trace contextRef="#ctx0" brushRef="#br0" timeOffset="116408.68">14534 5256 0,'53'0'32,"177"-17"-17,-19 17-15,1465-106 32,-1235 88-17,-88-17-15,247 17 47,-477 1-31</inkml:trace>
  <inkml:trace contextRef="#ctx0" brushRef="#br0" timeOffset="116434.07">18256 5045 0,'0'0'15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8:43:41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15540 13670 0,'0'18'78,"53"88"-47,-36-36-15,1 54 15,0-89-15,-18 0-16,0-17 15,17-1 1,-17 19-16,0 34 16,0-52-1,0 0-15,0 52 16,0-17-1,0-18 1,0 1 0,0-1-1,0 0 1,0-17 140,-17-18-140</inkml:trace>
  <inkml:trace contextRef="#ctx0" brushRef="#br0" timeOffset="1073.33">15699 13653 0,'17'0'32,"19"0"-17,-1 0 1,71 0 0,-1 0-1,1 0 1,-53 0 15,35 0-15,-52 17 140,-36 18-140,0 36 30,0 17-30,0-17 0,0 35-1,0-54-15,-36 90 32,19-89-17,-1-18 1,18-18-1,-17 19 173</inkml:trace>
  <inkml:trace contextRef="#ctx0" brushRef="#br0" timeOffset="1811.53">15628 14393 0,'35'0'63,"89"0"-48,-36 0 1,-17 0 0,-19 0-1,-34 0 1,17 0-16,1 0 15,17 0 1,-18 0 0,-17 0-1,-1 0 1,18 0 0,-17 0-16,17 0 15,1 0 1,-19 0-16,1 0 172</inkml:trace>
  <inkml:trace contextRef="#ctx0" brushRef="#br0" timeOffset="13604.62">27711 12929 0,'0'18'16,"0"105"-1,0-52-15,-18 123 32,18-123-17,0-36-15,-18 0 16,18 18 0,0-35-1</inkml:trace>
  <inkml:trace contextRef="#ctx0" brushRef="#br0" timeOffset="14376.41">28222 13088 0,'-17'0'16,"-1"0"-1,0 0-15,18 35 16,-17-35-16,-36 141 31,53-105-15,-18 52 0,0-35-1,18-36-15,0 1 16</inkml:trace>
  <inkml:trace contextRef="#ctx0" brushRef="#br0" timeOffset="14906.29">28557 13070 0,'0'36'31,"0"105"-16,0-88-15,0 53 32,0-71-17,0-18 48</inkml:trace>
  <inkml:trace contextRef="#ctx0" brushRef="#br0" timeOffset="15864.6">28945 13070 0,'18'0'32,"0"0"-17,17 53 1,-35-35-1,18 17-15,-18 1 16,0-1 0,0-18-16,0 19 15,-36 17 1,19-53 0,-54 0-1,36 35 1,17-35 31,36 0 62,17 0-78,-17 0-15,-1 0-16,36 0 16,0 0 15</inkml:trace>
  <inkml:trace contextRef="#ctx0" brushRef="#br0" timeOffset="17221.8">29386 13159 0,'18'0'16,"0"0"-1,-18 17-15,53 36 16,-18 0 0,-17 0-1,-18 0 1,-18-35 0,0-1-1,-17 1 1,0-1-1,17 1 1,-17-18 0,-1 0-1,54 0 48,88 0-48,-71 0 1,18 0 0,-18-18 15</inkml:trace>
  <inkml:trace contextRef="#ctx0" brushRef="#br0" timeOffset="18335.84">29792 13194 0,'0'0'0,"18"0"63,-1 0-48,1 18-15,-18-1 47,0 1-16,0 35 48,0-18-64,0-17 1,0 17-1,0-17 1,0 17 0,-18-18-1,-17 1 1,17-18 46,107 0 63,-19 0-109,-35 0 0,-17 0 15,35 0 78,-35 0-93,-1 0 0</inkml:trace>
  <inkml:trace contextRef="#ctx0" brushRef="#br0" timeOffset="19142.59">30498 13159 0,'-36'17'32,"1"-17"-17,0 18 1,0 35-1,17-53 1,36 88 0,-18-70-1,70 35 1,-35-18 0,36-35-1,-1 17 1,-34-17-1,-1 0 1,-17 0 0,17 0-1,-17 0 17,17-17-17,-17 17 1</inkml:trace>
  <inkml:trace contextRef="#ctx0" brushRef="#br0" timeOffset="19508.8">30674 13229 0,'-35'18'15,"-1"17"1,1 71 0,18-36 15,-1-34-16,18-19-15,0 1 32</inkml:trace>
  <inkml:trace contextRef="#ctx0" brushRef="#br0" timeOffset="22664.63">31027 13194 0,'-53'18'31,"35"52"-16,18-17 17,0 35-17,18-70-15,70 17 32,-17 0-17,-18-35 1,-36 0-1,18 0-15,18 0 16,-35 0 31,0 0-31,-1 0 46</inkml:trace>
  <inkml:trace contextRef="#ctx0" brushRef="#br0" timeOffset="23044.02">31133 13264 0,'-36'53'16,"72"-106"-1,-107 159-15,71-70 16,-35 52-1,35-53 1,-18 0-16,18 36 16,-17-53-1,17 34 32</inkml:trace>
  <inkml:trace contextRef="#ctx0" brushRef="#br0" timeOffset="24961">31415 13264 0,'18'18'16,"-18"70"0,17 53 15,-17-35-15,0-35-1,0-18 1,0-18 15,0 0-15,-35-35 46,0 0-46,-18-17-1,35-1 1,0 0 0,1 1-1,17-1 1,0 0 0</inkml:trace>
  <inkml:trace contextRef="#ctx0" brushRef="#br0" timeOffset="25259.82">31538 13458 0,'36'0'31,"-1"0"-15,35 0 0,-17 0-1,-35 0 1,0 0 0</inkml:trace>
  <inkml:trace contextRef="#ctx0" brushRef="#br0" timeOffset="36637.4">32262 13370 0,'0'-70'93,"0"34"-77,-18 19-16,-35-36 31,18 0 0,35 35-15,-36 1-16,1-19 31,0 19 1,17-1-17,1-17 1,-1 35-1,0 0 48,1 0-47,-19 18-1,36-1 1,0 18-1,0-17 1,0 17-16,0 1 31,0-1-15,18 0 0,0-17-1,-1-18 1,19 17-1,-19 1 1,1 0 0,0-1-1,-1 1 1,1-18 31,17 0-32,0 0 1,-17-18 0,0 18-1,-18-35 1,17 17 15,-17 1-15,0 34 124,0 72-124,-35-36-16,35 35 16,-53 71-1,18-1 17,0-70-17,17-35-15,18-35 16,-18 70 15,1-53-15</inkml:trace>
  <inkml:trace contextRef="#ctx0" brushRef="#br0" timeOffset="49083.32">29651 15011 0,'0'-36'31,"35"19"-16,1-1 17,16 18-17,1 0 1,-17 0 0,17 0-16,70 0 15,-88 35 1,1-17-16,52 70 31,-71-35-15,-17-35-16,0 17 15,0 0 1,0 1-16,-52 17 16,16-18-1,-17-18-15,18 19 16,-36 17-1,1 0 1,35-36 0,-36 36-1,1-18 1,17 1 0,0 17-1,35-36-15,-35 19 16,36-36-1,69 0 126,142-18-125,-35 18-1,18 0 1,-72 0 0,-16 0-1,-36 0-15,105 18 31,-70-18-15,-52 17 0</inkml:trace>
  <inkml:trace contextRef="#ctx0" brushRef="#br0" timeOffset="52071.4">31662 12612 0,'35'53'94,"265"282"-79,-141-106 1,-18-52 0,-18-19-1,1 19 1,-54-54 0,19-52-1,-54 17 1,0-53-1,0-17-15,18 70 16,-17-17 0,-19-36-1,36-35 1,-53 35 31,35-17-32</inkml:trace>
  <inkml:trace contextRef="#ctx0" brushRef="#br0" timeOffset="52838.18">32561 12753 0,'-17'0'47,"-19"35"-31,-34 124 0,-142 106-1,71-36 1,-18 0-1,89-158 1,-18 17 0,52 0-16,-69 71 15,52-71 1,35-35 0,18-18-1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8:58:02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9719 8008 0,'18'0'31,"35"0"-15,17 0-16,248 53 31,105 18-15,-88 17 15,0-35-16,0-53 1,-105 0 0,-89 0-16,106 0 15,-88 0 1,-89 0 0,1 0-1,-18 0-15,-18 0 0,18 0 16,35 17-1,0-17 1,71 0 0,-106 0-1,35 0 1,-17 0 0,-1 0-1,-17-35 1</inkml:trace>
  <inkml:trace contextRef="#ctx0" brushRef="#br0" timeOffset="18734.05">19244 10478 0,'35'0'62,"1"0"-46,-1 0-16,0-18 16,0 18-1,1 0 1,-19 0 15,1 0-15,0 0-16,-1 0 31</inkml:trace>
  <inkml:trace contextRef="#ctx0" brushRef="#br0" timeOffset="19839.66">19279 10636 0,'0'53'32,"-53"194"-17,-35 18 1,0 35 0,17 35-1,36-35 1,35-124-1,0-70 1,0-18-16,0 18 16,0 123-1,0-17 1,0-18 0,0 53-1,18-124 1,-18-52-16,0 17 15,0-35 1,0-18-16,0 18 16,-18 53-1,18 17 1,-17-52 0,17-36-16,0 18 15,0 106 1,0-53-1,0-36 1,0 18 0,0 1-1,0-54 1,0-17 0,0 105-1,0-105 1,35-1 62,71-34-62,-1-19-16,178-69 31,-230 87-16,-18 18 17</inkml:trace>
  <inkml:trace contextRef="#ctx0" brushRef="#br0" timeOffset="21951.56">24589 10372 0,'35'0'47,"-17"0"-32,34 35 1,1-35 0,124 106-1,-18-53 1,-54-36 0,-69 1-1,-1-18-15,-35 18 16,18-18 15,-18 17-15,35 1 46,-35 0-31,0-1-15,0 1-16,0 105 16,-53-35-1,18 248 17,17-283-17,0 70 1,18-52-16,-17 52 31,17 71-15,0-123-16,0 176 31,0-89-15,17-17-1,36 1 1,-17 52-1,-19-106 1,-17-18-16,35 89 16,-35-18-1,0-35 1,0 35 0,0-70-1,0 70 1,0 70-1,0-140 1,0-18-16,0 0 16,0-18-1,18-17-15,-18 52 16,0-34 0,0-1-16,0 0 15,0 36 1,0-18-1,0-18 1,0 0 0,0 0-1,0-17 1,0 17 0,0 1 109,-18-19-110,-17 1 16,-18 0-15,18-18-16,-36 0 16,19 17-1,34-17 1,0 18-16,-17-1 16,17 1-1,1 0-15,-72 17 31,19 0-15,35 1 0,-1-19-1,1-17 1</inkml:trace>
  <inkml:trace contextRef="#ctx0" brushRef="#br0" timeOffset="24803.63">21890 12241 0,'-18'0'47,"-17"0"-32,-36 0 1,18 0 0,-17 36 15,17 17-16,18 0 1,-18 17 0,53-52-1,-71 88 1,54-71-16,17 124 31,0-71 0,0-35-15,17 0 0,-17-18-1,18-17 1,17 34 0,-17 1-1,17-17 1,-17-36-1,-18 17 1,17 1-16,1-18 16,17 0-1,1 35 1,-1-35 0,53 35-1,36-35 1,-1 0-1,-52 0 1,-19-35 0,-16 0-1,-19-18 1,1 0 0,-18 35-1,0-17 1,35-18-1,-35 18 1,0 17 0,0 1-16,0-1 15,36-70 1,-36 35 0,-18-18-1,18 18 1,-18 18-1,18 18-15,-17-54 16,-1 36 0,18-1-16,0 1 15,-35-35 1,-18-1 0,18 18-1,-1 18 1,-17-18-1,-17 18 1,-18-1 0,17 1-1,-52 17 1,87 18 0,19 0-1</inkml:trace>
  <inkml:trace contextRef="#ctx0" brushRef="#br0" timeOffset="40345.29">23636 12241 0,'0'-17'16,"-18"17"0,-17 0-1,0 0 17,17 0-17,-17 0 1,17 17-1,-52 19 1,35 52 0,17-53-1,0-17 1,1 35 0,17 17-1,-18-17 1,18 18-1,0-1 1,0 1 0,0-36-1,18 53 1,-1-52 0,1-36-1,0 17 1,-1 19-1,36-19 1,0 1 0,35 17-1,-53-35 1,71 18 0,-17 17-1,-19-35 1,18 0-1,-35 0 1,-18 0 0,36 0-1,-18-18 1,0 1 0,-18-1-1,0 0 1,18-17-1,-35 0-15,17 17 16,-17-17-16,17-53 31,-35 70-15,0-52 0,-35 17-1,0 17-15,-18-17 16,17-35-1,1 53 1,0 17-16,-18-52 16,18 35-1,-36-1 1,18 19-16,18-19 16,35 19-1,-18 17-15,1 0 16,-36-18-1,35 18 1,-17 0 15,0 0 47</inkml:trace>
  <inkml:trace contextRef="#ctx0" brushRef="#br0" timeOffset="41843.41">21784 10478 0,'-35'0'15,"-1"0"1,1 0-16,-35 17 31,-54 71-15,18 1 15,18 34-15,71-35-1,17 0 1,0-17 0,0-36-1,0 1-15,17-36 16,54 88-1,-18-35 1,0-18 0,17 18-1,-52-18 1,35 18 0,0 0-1,35-35 1,-35-18-1,-18 0 1,0 0 0,1 0-1,16 0 1,54 0 0,-35-18-1,-18 0 1,70-35-1,-35 0 1,-52 36 0,-1-18-16,0-1 15,-17 19-15,-18-19 16,18 1-16,-18 0 16,17-18-1,-17 0 1,-35-35-1,-36 0 1,36 70 0,-36-35-16,1 18 15,-71-36 1,17-35 0,-17 53-1,53 18 1,0 0-1,53 35 1,17 0 0</inkml:trace>
  <inkml:trace contextRef="#ctx0" brushRef="#br0" timeOffset="43055.73">20320 12277 0,'0'0'0,"-35"-36"31,-1 36 0,-34 0-15,17 0-16,18 18 16,-36 17-1,18 1-15,0-1 16,-70 53 0,17 36-1,18 17 1,53-106-1,17 71 1,18-53 0,-18-18-16,18 0 15,0 53 1,53-35 0,-18 0-1,1-35-15,-19 0 16,36-1-16,35 54 15,36-36 1,35-17 0,-71-18-1,18-18 1,70-123 0,-52 88-1,-89 18 1,18-18-1,0 0 1,-18-18 0,-17-17-1,-18 18 1,0 17 0,-18-53-1,-53 18 1,1-1-1,35 54 1,17 18-16,0-1 16,18 0-16</inkml:trace>
  <inkml:trace contextRef="#ctx0" brushRef="#br0" timeOffset="44343.46">21943 13952 0,'-35'0'47,"17"0"-31,-17 0-16,-18 0 31,-36 71-15,1 52-1,35-52 1,-88 123 0,106-71-1,-18-70-15,35 71 16,18-1-1,0-52 1,0-18 0,18 0-1,0-18-15,-18 18 16,35 0 0,71 17 15,0-34-16,105-1 17,-87-35-17,-54 0 1,19 0 0,-37-18-16,-34-17 15,0 0-15,17-1 16,0-52-1,-35 18 1,0-1 0,0-35-1,0 0 1,0 71 0,0-124-1,-17 107 1,-19-1-1,19 17-15,-19-17 16,1 18 0,0 18-16,0-19 15,-1 19 1,19-19-16,-54 1 16,54 17-1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8:59:38.3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7902 5997 0,'-35'-17'15,"17"17"48,1 0-48,-1 0 17,0 0-1,-17 0-15,0 17-1,35 1 1,-18-18-16,18 35 15,0 0 1,0-17 0,0 17-1,0-17-15,35 17 32,1-35-17,-1 36-15,-17-19 31,17-17-15,-17 35 0,-1-35-1,1 0 1,0 0 0,17 0-1,-35-17 1,17-1-16,-17 1 15,0-1 1,0 0-16,0-17 31,-35 0-15,0-1 0,0 1-1,-36 18 1,53-1-1,1 0 1</inkml:trace>
  <inkml:trace contextRef="#ctx0" brushRef="#br0" timeOffset="5859.94">8961 5539 0,'0'-18'31,"-53"36"0,35-1-15,18 1-16,-35 0 15,-1 52 1,1-17 0,0-18-1,35 1 1,0-1 15,53-18 0,-36-17-15,19 0 0,70 0-1,-54 0-15,90 0 31,-37-17-15,-52-1 0,-35 18-1,70 0 1,-35 0 0</inkml:trace>
  <inkml:trace contextRef="#ctx0" brushRef="#br0" timeOffset="6397.18">9278 5468 0,'0'0'0,"-18"35"16,18-17-1,-17 17-15,17 18 16,0 35-1,0-35-15,0 0 16,-18 0-16,18-18 16,-17 54-1,-1-19 1,0-17 0,1-35-1,17-1 79,17-34-78,1 17-16</inkml:trace>
  <inkml:trace contextRef="#ctx0" brushRef="#br0" timeOffset="14787.38">7832 6156 0,'0'18'32,"0"52"-1,17-35-15,1 18-1,-18 36 1,0-1-1,-18 35 1,1-35 0,17 18-1,0-18 1,0-52 0,-18 17-16,18-36 15,-18 142 1,1-53-1,17 17 1,0-52 0,0-36-1,0 18-15,0 0 16,0 18 0,0-36-16,0-18 15,0 72 1,-18 87 15,18-88-15,0-52-16,0-19 15,0 36 1,0-18 0,0 1-1,0 69 1,0-52-1,0 0 1,18-17-16,-1-1 16,-17-17-16,0 17 15,36 53 1,-19 0 0,-17-53-1,0 18 16,0-35-15,18 35 0,-18-35-1,0-1 1,0 1 0</inkml:trace>
  <inkml:trace contextRef="#ctx0" brushRef="#br0" timeOffset="16833.32">7726 6085 0,'-18'-17'16,"-17"17"-1,0 0 1,17 0 15,-35 35-15,35-35 15,-17 35-15,0-17 15,0 17-15,17-17-16,-17 35 31,17-36-16,-35 36 1,36-35 0,-19 17-1,1-35 1,0 53 0,17 0-1,0 18 1,18-54-1,-17 19-15,17-1 16,0-17-16,0-1 31,0 18-15,0-17 0,0 0-1,0 17 1,-18 0 15,18 1-15,-18-19-16,1 36 15,-1-53 1,18 18 0,-17-18-1,-1 17 110,18 19-78,-18-19-31,1 1-1,-1 35 1,0-36 109,18 1-109,0 0-16,-35 17 31</inkml:trace>
  <inkml:trace contextRef="#ctx0" brushRef="#br0" timeOffset="19008.21">6897 7126 0,'-18'35'94,"18"1"-78,0-19-1,0 19 1,0-19-1,0 1 1,0 0 0,18-18-1,17 0 17,-17 0-17,17 0-15,0-18 16,18 0-1,-35-17 1,-1 17 0,-17-35 46,-17 18-31,-1 17-15,1-17 0,17 18 31,-18 17 46,-17 0-77,17 0 62,-17 0-47</inkml:trace>
  <inkml:trace contextRef="#ctx0" brushRef="#br0" timeOffset="20878.33">6879 7338 0,'18'17'78,"-1"36"-63,-17 18 17,18-18-17,0-36-15,-18 72 31,0-54-15,0-17-16,0 17 16,0-18-1,0 54 1,0-36 0,0 1-1,0-1 1,0-17-1,0-1-15,0 1 16,0-1 0,0 1-1,0 17 1,0 18 0,0 18-1,0-18 1,-18 17-1,18-52-15,0 0 16,0 17 0,0-18-1,0 1 1,0 0 0,0-1-1,0 19 1,0-19-16,-18-17 15,18 36 1,0-19 0,0 19-1,0-1 1,0 0 0,0 18 15,0-35-16,0 17 1,0-17 0,0 17-1,0 0 1,0 0 0,0-17-1,0 35 16,0-35-15,0-1 0,0 1-1,0-1 1,0 1 0,0 0-1,0 17 173</inkml:trace>
  <inkml:trace contextRef="#ctx0" brushRef="#br0" timeOffset="23284.41">6227 6862 0,'17'0'63,"-17"17"-48,18-17-15,35 35 16,-53-17 0,0 0-1,17-1 1,36 54-1,-35-36 1,-18 0-16,0-17 16,0 17 15,-18-35-15,1 36-16,-36-19 15,53 1 1,-18-18-1,-35 35 1,36-35 0,-19 36-1,1-36-15,17 0 16,-17 35 0,17-35 15,1 0-16,34 0 110,19 0-109,-19 0 0,1 0-1,17-18-15,-17 18 16,0 0 0,-1 0-16,36 0 15,18-17 1,-36-1-1,0 18 1,-17 0 0,17 0-16,-17 0 15,35 0 1,0 0 0,0 0-1,-71-18 63,36 18-46</inkml:trace>
  <inkml:trace contextRef="#ctx0" brushRef="#br0" timeOffset="26869.42">6985 7214 0,'0'-17'15,"-18"17"32,1 0-31,-19 17 0,-16 19-1,34-19-15,-17 19 16,17-1-1,0 18 1,1-36 0,17 19-1,-18-19 1,0 1-16,18 17 16,-35-17-1,35-1-15,-17 19 16,-19 17-1,19-36 1,17 1 0,-18 0-16,0-1 15,18 18 1,-17-35-16,-1 36 16,0-19-1,18 1-15,0 0 16,-17 35-1,-1 0 1,0 35 0,1-53-1,-1 18 1,18-18 0,0-17-1,0 17 1,0-17-1,-17-18-15,17 35 16,0-17 15,0 17-15,0 0 15,-18 0 0,18-17-15,-18 0 0,1-1-1,-1-17 1,0 18 0,1 0-1,-36-1 1,35 1-1,-17 17 1,17-35 0,-17 18-1,-18-18 1,35 35 0,-17-35-1,18 0 16,-19 18 1,1 17-17,17-35 1,1 18 0,-1-1-1,-35 19 1,35-36-1,-17 0 1,18 17 0,-1-17-1</inkml:trace>
  <inkml:trace contextRef="#ctx0" brushRef="#br0" timeOffset="28739.57">5962 8731 0,'-18'0'47,"18"53"-31,0-18-1,0 1 1,0-19-16,0 19 15,0-1 1,0 0 0,0-17-1,0 35 1,0-18-16,0 0 31,0-17 0,0 0-15,-17 17 0,17 0 15</inkml:trace>
  <inkml:trace contextRef="#ctx0" brushRef="#br0" timeOffset="30187.82">5186 8096 0,'0'18'31,"0"17"-15,53 53 0,-53 18-1,0-53 1,0 53 0,0-35-16,0-19 15,0-16-15,-18-19 16,18 1-1,-18 17 1</inkml:trace>
  <inkml:trace contextRef="#ctx0" brushRef="#br0" timeOffset="64165.68">25947 9631 0,'17'0'31,"372"-35"0,-231 17-15,407-88 0,-371 88-1,159 18 1,70-17-1,-247 17 1,-17 0-16,-18 0 16,-17 0-1,158 0 1,-176 0 0,52 0-1,-122-18 16,-19 18 1,89 0-1,-53 0-31,88 0 16,-88 0-1,-35 0-15</inkml:trace>
  <inkml:trace contextRef="#ctx0" brushRef="#br0" timeOffset="66987.6">27869 10125 0,'0'35'31,"0"36"-15,0-36-16,0 141 31,0-52-15,0-107-1,36 19 1,-72-36 78,-69 0-79,-19-36 17,124 19 14,-17-1-30,-1 0-16,18 1 16</inkml:trace>
  <inkml:trace contextRef="#ctx0" brushRef="#br0" timeOffset="67237.55">27834 10248 0,'18'0'32,"52"0"-17,-34-17 1,52-1-1,-18 18 1,-52-18 0,17 1-1</inkml:trace>
  <inkml:trace contextRef="#ctx0" brushRef="#br0" timeOffset="73896.27">27534 6473 0,'-17'0'0,"-36"0"31,0 0-15,18 0-16,-18 18 15,17 0 16,19-18-15,-19 0 0,1 35-1,0 0 1,17 1 0,18-19-1,-17 19 1,-1-19-1,18 1 1,-35-1 0,35 1-1,0 0-15,-18-18 16,18 17 0,-18 1-16,18 17 31,0-17-16,0 17-15,0-17 16,0 17 0,0 18-1,0-18 17,0 36-1,18-54-31,-18 1 15,18 0 1,-18-1 0,0 1-1,17 0 1,1-1-16,-18 1 16,53-18 15,0 18-16,0-1 1,-18 1 0,0-18-16,18 35 15,-35-35 1,17 0-16,-17 18 31,17-18-15,-17 0-1,52 0 1,1 0 0,-1-53-1,-52 53 1,0 0-16,17-18 16,-35 1-1,53-19 1,-36 1-1,1 17 1,0-17 0,-18 0-16,0 17 15,17-35 1,19 18 0,-36 0-1,0-1 1,0 1-16,0 18 15,0-19 1,0-34 15,-18 34-15,18 1 0,-35-18-1,35 36-15,-18-19 31,0 19 1,18-1-17,-17 0 17,-18 18-17,17 0 1,-17 0-1,-18-17 17,35-1-17,0 18-15,1 0 16</inkml:trace>
  <inkml:trace contextRef="#ctx0" brushRef="#br0" timeOffset="78316.25">27287 6914 0,'-105'0'78,"16"0"-62,54-17-16,-53-1 31,-36 18 0,1 0-15,88 0 0,-36 0-1,53 0-15,-70 0 16,53 0 0,0 0-16,-1 0 15,-52 0 1</inkml:trace>
  <inkml:trace contextRef="#ctx0" brushRef="#br0" timeOffset="79015.39">27605 6668 0,'0'0'16,"0"-53"0,0 35-16,0-17 15,0-18 1,0 0 0,0 0-1,0 18-15,0-1 16,0 1-16,0-53 15,0 70 1,0 1 0,0-1-1,0 0 1,0 1 109</inkml:trace>
  <inkml:trace contextRef="#ctx0" brushRef="#br0" timeOffset="79909.97">27640 6950 0,'18'0'31,"17"0"-15,71 0-1,17 0 1,-52 0 0,-36 0-16,18 0 15,53 0 1,-88 0-16,17 0 15,0 0-15,0 0 16,-17 0-16,53-36 31,-18 36-15,-18 0 0,18 0-1,-36 0 1,1 0-1</inkml:trace>
  <inkml:trace contextRef="#ctx0" brushRef="#br0" timeOffset="80892.28">27534 7108 0,'0'36'47,"0"17"-32,0 0 1,0 0 0,0-1-1,0 1 1,0-17-1,0-1 1,0 0 0,0-17 140</inkml:trace>
  <inkml:trace contextRef="#ctx0" brushRef="#br0" timeOffset="82991">27746 6756 0,'71'-18'47,"70"-105"-31,0 34-1,-71 36 1,-34 36-16,69-54 31,-69 36-15,-1 17-1,0 1 1,1-1 0,-1 0-1,-18 1-15,19 17 16,-19-18-1,1 18 1,0-17-16,-1-1 16,19 18-1</inkml:trace>
  <inkml:trace contextRef="#ctx0" brushRef="#br0" timeOffset="83852.91">27340 6720 0,'-17'-17'47,"-36"-54"-31,35 54 0,-52-72-1,34 36 1,-17 18-1,-176-88 1,194 105-16,-18-17 16,-53 0-1,88 17-15,-17 0 16,-18 1 15,36 17 0,-19-18-15,1 18 0,17 0 77</inkml:trace>
  <inkml:trace contextRef="#ctx0" brushRef="#br0" timeOffset="84644.03">27376 7126 0,'-18'0'15,"36"0"-15,-107 53 16,36-18-16,-52 36 31,-72 52-15,1 18-1,105-88 1,-87 18 0,-19 17-1,89-53 1,17 1 0,54-36-1,17 17 79</inkml:trace>
  <inkml:trace contextRef="#ctx0" brushRef="#br0" timeOffset="85319.75">27764 7250 0,'-18'0'15,"18"17"1,35 36 0,1-18-1,52 18 1,35 36 0,1-1-1,-18-18 16,-89-34-15,1-19 0,-1 18-1,19 1 1,-1-19 0,-17 1-16,-1 0 15,36-1 1,-35-17-1,-1 0 17</inkml:trace>
  <inkml:trace contextRef="#ctx0" brushRef="#br0" timeOffset="118702.14">19844 6050 0,'0'18'32,"35"-18"-17,0 0 1,1 0-1,-1 0-15,-17 0 16,-1 0-16,54 0 16,-54 0-1,1 0-15,0 0 63</inkml:trace>
  <inkml:trace contextRef="#ctx0" brushRef="#br0" timeOffset="119002.79">20073 5838 0,'0'0'0,"-35"71"16,35 0-1,-18 17 1,18-35 0,0-18-1,0-17-15,0 17 16,18 18 15,17-36-15,0 1-16,18 0 15,18-18-15</inkml:trace>
  <inkml:trace contextRef="#ctx0" brushRef="#br0" timeOffset="119436.33">21220 6068 0,'35'0'15,"18"0"16,-18 0-31,0 0 16,-17 0 0,0 0 31</inkml:trace>
  <inkml:trace contextRef="#ctx0" brushRef="#br0" timeOffset="119753.76">21396 5944 0,'0'0'0,"0"53"16,-35-17-1,35 34 1,0 54 15,-18-89-15</inkml:trace>
  <inkml:trace contextRef="#ctx0" brushRef="#br0" timeOffset="120368.99">19844 6932 0,'0'18'32,"53"-18"-17,-18 0-15,88 0 32,-70 0-17,18 0 1</inkml:trace>
  <inkml:trace contextRef="#ctx0" brushRef="#br0" timeOffset="120728.36">20108 6809 0,'0'70'16,"0"-140"-16,0 175 16,-17-69-1,-1 17 1,18-18 15</inkml:trace>
  <inkml:trace contextRef="#ctx0" brushRef="#br0" timeOffset="121334.78">21237 6985 0,'36'0'31,"-1"0"-15,0 0-1,18 0 1,-18 0-16,-17 0 15,17 0 1,0 0 31,-17-18-31,0 18-1</inkml:trace>
  <inkml:trace contextRef="#ctx0" brushRef="#br0" timeOffset="121697.12">21502 6844 0,'0'0'0,"-35"88"15,17-35 1,18 0-16,0 0 16,-35 17-1,35-52 1,0 0-1</inkml:trace>
  <inkml:trace contextRef="#ctx0" brushRef="#br0" timeOffset="122259.7">19650 7990 0,'0'0'0,"35"0"15,36 0 1,17 0 0,-35 0-1,88 0 1,-106 0 0,53 0-1,-35 0 1,-35 0-1,-1 0 1</inkml:trace>
  <inkml:trace contextRef="#ctx0" brushRef="#br0" timeOffset="122533.02">20038 7814 0,'-18'71'16,"36"-142"-16,-53 247 15,-1-140-15,36-1 16,-17 18-1,17-18 17,0 0 30</inkml:trace>
  <inkml:trace contextRef="#ctx0" brushRef="#br0" timeOffset="123156.01">21061 7902 0,'53'36'47,"-36"-36"-31,54 17-1,17 18 1,18-35 0,-88 0-1,17 0 1,-17 0 0</inkml:trace>
  <inkml:trace contextRef="#ctx0" brushRef="#br0" timeOffset="123405.09">21308 7867 0,'-35'53'15,"35"-18"1,35-123-16,-70 194 0,35-53 15,0-36 1,-36 1 0,36 35-1,0-35 1,0-1-16,0 1 16</inkml:trace>
  <inkml:trace contextRef="#ctx0" brushRef="#br0" timeOffset="124337.77">19121 8520 0,'-36'0'47,"1"0"-31,0 0 0,-1-36-1,1 1-15,-106-124 16,53 71-1,35 35-15,-106-53 16,53 18 0,1 35-1,52-17 1,17 34 0,19 1-1,-1 17 1,18 1-1,0-1 17,0 1 61</inkml:trace>
  <inkml:trace contextRef="#ctx0" brushRef="#br0" timeOffset="124788.94">18062 7920 0,'53'-71'16,"18"1"-1,-36 17-15,0 18 16,1-1-16,-36 1 15,17 17-15,18-17 32,18 35 15,-35 18-32,-18-1 1,35 19-1,1 34 1,-1-52 0</inkml:trace>
  <inkml:trace contextRef="#ctx0" brushRef="#br0" timeOffset="127124.88">24624 8061 0,'-18'0'16,"1"0"0,-19 0-16,-17-18 15,-35-52 1,35 35-16,18 17 15,0-17 1,-1-1-16,1-52 16,35 70-1,-17-17 1,-1 18 15,18-1-15,-18 18-16,18-18 31</inkml:trace>
  <inkml:trace contextRef="#ctx0" brushRef="#br0" timeOffset="127612.09">24165 7743 0,'36'0'16,"-19"-17"0,54 17-1,-18-18 1,-36 1 93,1 17-62,17 35-31,-17 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9:02:14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5856 17321 0,'53'18'47,"35"-18"-32,36 0-15,387 0 31,-87 0-15,-213 0-16,301 18 31,-124-18-15,-177 17-16,1 1 16,123 0-1,194 17 1,-282-35-1,71 0 1,-177 0 0,0 0-16,0-18 15,18 1 1,-124 17 0,-17 0-1,35 0 1,123 0-1,18 0 1,-123 0 0,176 17-1,-159 1 1,-18-18-16,54 0 16,-71 0-1,0 0-15,35 18 16,-53-18-1,36 0 1,-36 0 0,0 0-1,18 0 1,-17 0 0,16-18-1,-34 18-15,35-18 16,-18 18-16,18-17 15,-35 17 1,35 0-16,17 0 16,-17 0-1,-17 0 1,16 0 0,-34 0-16,35 0 15,0 0 16,17 0-15,19 0 0,-1 0-1,-18 0 1,-17 0 0,-17 0-16,-1 0 15,0 0-15,0 0 16,36 0-1,-53 0-15,52 0 16,-35 0 0,-17 0 93</inkml:trace>
  <inkml:trace contextRef="#ctx0" brushRef="#br0" timeOffset="14106.85">5715 14093 0,'-18'18'31,"-17"17"-15,-53 18-1,17 0 1,1 18 0,-1-1-1,71-34-15,0-1 16,-17-17-1,34 34 1,107-16 0,87-1-1,-70-35 1,-52 0 0,-19 0-16,-17-18 15,18-17 1,-18-18 15,-53 36-15,0-1-1,0 0 1,0-52 0,-53 17-1,0-18 1,18 36-16,-1 0 15,1 17-15,35 0 16,-35 1 0</inkml:trace>
  <inkml:trace contextRef="#ctx0" brushRef="#br0" timeOffset="32087.59">5486 8978 0,'0'-35'47,"0"17"-31,0-35-1,0-35 1,0 35 0,88-70-1,-53-1 1,18 1 0,-35 88-1,35-107 1,0 37-1,-18 16 1,-18 54-16,89-141 31,-88 140-15,53-87 0,-1 17-1,-52-70 16,17 105-15,-17 36 0,-1 0-1,19-18 1,16-35 0,-16-1-1,-1 1 1,-17 18-1,-1-1 1,-17 36 0,36-18-1,-36 18-15,35-18 32,-35 0-17,0 0 1,0 35-1,17 18-15,-17-35 16,18 17 0,0 1-16,-18-19 15,0 1 1,17 17-16,1 1 16,-18-1-1,18 1-15,-1-1 16,1 0 15,-18 1-15,53 34 109,0 71-110,0-35-15,0 71 32,-36-71-17,1-18-15,-18-17 16,0 17-16,0 36 15,0 70 1,-18-88 0,1-1-16,17-16 15,0 52 1,0-53 31,0 53-32,0 1 17,0-36-17,0-18 1,0 35 0,0-34-1,0 52 1,0-35-16,35 70 31,-17-52-15,-18-18-1,35 105 1,0-87 0,-35-18-1,18 17 1,-1 1-1,1 17 1,17 36 0,1-71-1,-19 105 1,1-69 0,-18-37-1,0-16-15,35 52 31,18-35-15,0 0 0,88 35-1,35 35 17,-105-52-17,0-18 1,-1 0-1,-35-36 1,-35 1 0,36 0-1</inkml:trace>
  <inkml:trace contextRef="#ctx0" brushRef="#br0" timeOffset="44000.35">23160 9913 0,'18'0'15,"17"0"1,-35-35 0,17 35-16,19-53 15,-19 35 1,36-70 0,-35 53-1,0-1-15,17-16 16,-18 34-1,1 0-15,0-52 16,17 34 0,-35-52-1,0 53 1,18 35-16,-1-35 16,89-71-1,35 18 1,-53 35-1,1-18-15,105-88 32,-124 89-17,1-18 1,-54 52 0,1 1-16,0-18 15,17-17 1,36-1-1,-19-17 1,-34 35-16,35-18 16,-18 19-16,1-1 15,-1 17 1,-18-17-16,54-70 31,17 17-15,-17-17-1,-54 87 1,36 1-16,-35-35 16,35-19-1,-35 36-15,-1 1 16,-17 34-16,18-141 31,-1 124-15,36-18-16,-35 18 15,0 17 1,52-88 0,-17 71-16,-35-18 15,88-18 1,-71 71-16,0-35 16,0 35-16,-17-35 15,0 17-15,52-17 16,-52 17-1,17 18-15,-17-17 16,35-1 0,-36 18-1,19-35 1,-1 35-16,53-18 16,-70 0-1,35 18 1,-36 0-16,1 0 15,52 0 1,-52-17 0,0 17-16,17 0 15,0 0 1,1 0 0,-19 0-1,19 0-15,-1 0 16,18 0-16,0 0 15,0 0-15,35 17 16,-53-17 0,0 0-16,18 18 15,-18 0-15,18-1 16,89 19 0,-72-36-1,-17 35 1,0-35-1,-18 35 1,18 1 0,0-19-1,0 18 1,-18 1 0,36-1-1,17 18 1,18 17-1,-71-17 1,18-35-16,70 35 31,-70 17-15,-17-52-16,17 35 31,17-18-15,-52 1-16,17-1 31,36 18-15,17 35-1,0-17 1,-53-54-16,1 18 16,34 18-1,-52-17-15,52 34 16,1-35-1,-18 36 1,17 0 0,1-18-1,-18-1 1,-36-34-16,54 35 16,-36-35-1,18 17-15,53 35 16,-35-17-1,-36-35-15,88 35 32,-34 0-17,-1 17 1,176 107 15,-105-107-15,-18 36-1,-35-88 1,-88-1 0,-1 1-16,1-18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9:41:46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22507 3722 0,'18'0'32,"52"0"-17,72 0 1,16 0-16,54 0 16,511 0-1,-494 0-15,689 0 31,-689 0-15,159 0 0,-212-18-1,18-35 1,-70 0 0,-1 36-16,-17-19 15,71 1 1,-36 35-1,35 0 1,-52 0 0,-1 0-1,-17 0 1,0 0 0,-36 0-16,195 0 31,-106 0-16,-89 0 1,18 0 0,-70 0 31</inkml:trace>
  <inkml:trace contextRef="#ctx0" brushRef="#br0" timeOffset="876">22772 1270 0,'-71'318'63,"36"-36"-47,0-159-16,17 301 31,18-72-16,0-158 1,0 141 0,0-35-1,-35-141 1,-18-53 0,53-36-1,0 1 1,0-53 15,0-1 16</inkml:trace>
  <inkml:trace contextRef="#ctx0" brushRef="#br0" timeOffset="2867.24">22543 3687 0,'0'-36'15,"35"1"17,-35 0-17,35-1 1,0-34 0,1 52-16,34-88 31,-17 36-16,0-1 1,-18 54 0,18-54-1,-35 36 1,17 35-16,36-53 16,17 0-1,35-18 1,-34 19-1,-19-1 1,1 17 0,-36 19-16,0-1 15,18 18 1,0-18-16,71-17 31,-54 17-15,-17 1-16,0 17 15,-18 0 1,71 0 0,-71 0-16,36 0 15,-1 0 1,1 0 0,0 17-1,-1-17 1,54 36-1,-36-19 1,18 19 0,-18-19-1,-53 1 1,124 17 0,-53-17-1,-36 0 1,89 34-1,-89-52 1,54 36 0,-53-1-1,34-35 1,-16 0 0,16 18-1,-16-1 1,-19-17-1,18 0 1,1 0 0,-54 0-1,35-17 1,-34-1 0,17 18-1,-36 0 1,18-18-1,-17 18 1,17-17 0,-17 17-1,70-18 1,-70 18 62,17 0-62,18 0-1,-53-18 48</inkml:trace>
  <inkml:trace contextRef="#ctx0" brushRef="#br0" timeOffset="4207.04">25065 2858 0,'53'0'78,"35"0"-62,88-36-1,-123 19 1,71-19-16,52-17 16,18 18-1,-88 35 1,-18-53-1,-35 53 1,0 0 0,-35 0-1,17 0 1,36 0 0,-54 0-16,89 0 31,-18 0-16,-53 0 1,36 0 0,-53 0-1,123 18 1,-106-18 0,53 35-1,-17-17 16,52 17-15,18 0 15,-105-17-15,-19-18 0,19 0-1,-36 18-15,52 17 16,1-17-1,-35 17 1,35 0 0,-35 0-16,52 36 15,1-1 1,-54-34 0,107 105-1,-89-88 1,53 53-1,-70-71 1,0 18 0,17-18-1</inkml:trace>
  <inkml:trace contextRef="#ctx0" brushRef="#br0" timeOffset="18712.53">23724 2875 0,'0'88'63,"-17"18"-47,-36 53-1,-18-53 1,54-53-1,-36 53 1</inkml:trace>
  <inkml:trace contextRef="#ctx0" brushRef="#br0" timeOffset="19151.47">24977 2822 0,'0'18'16,"0"52"15,-53 1-16,17 0 1,1-1 0,-18-35-16,36 1 15,-36 34 1,53-35 0,-18-35-1,18 18 32,-35 17-31</inkml:trace>
  <inkml:trace contextRef="#ctx0" brushRef="#br0" timeOffset="19624.15">25912 2663 0,'0'71'15,"0"-142"-15,-71 283 16,36-159-16,-71 141 31,71-159-15,17 1-16,-17 17 31</inkml:trace>
  <inkml:trace contextRef="#ctx0" brushRef="#br0" timeOffset="20289.65">27217 3016 0,'0'0'0,"0"36"16,-35 16-16,-36 37 16,0 34-1,19-52 1,16-18-1,19-18 110,-1-35-93</inkml:trace>
  <inkml:trace contextRef="#ctx0" brushRef="#br0" timeOffset="36836.03">16563 2893 0,'-18'17'31,"248"19"-15,228-19 15,54 54-15,-371-71-1,35 0 1,-17 35-16,0-17 15,-18-18-15,-71 0 16,142 0 0,-53 0-1,-18 0 1,35 0 0,-35 0-1,-105 0-15,105 0 31,-35 0-15,-18 0 0,71 0-1,-18 0 1,-106 0 0,0 0-16,18 0 15,-18 0 16,-17 0-15</inkml:trace>
  <inkml:trace contextRef="#ctx0" brushRef="#br0" timeOffset="38456.12">18045 2699 0,'17'-36'79,"19"1"-64,-1-18 1,18-35-1,35-18 1,0-70 0,-53 123-16,-17-18 15,17 1-15,-17 17 16,0 18-16,-1-142 31,18 54-15,-17 52-1,17 36 1,1-18 15,-19 18-15,-17-1-16,0 1 16,18 0 15,0 35 16,70 35-32,-18 36 1,19 70 0,-37-18-1,1-52 1,0 35-1,-53-36 1,0-34 0,0 52-1,0-71-15,0 72 16,0-54 0,0 0-16,0 18 15,0-18 1,0-17-16,18 53 15,-18-36 1,18 35 0,17 19-1,-35-72 1,35 124 0,-17-105-1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9:43:34.5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24165 15646 0,'18'17'62,"247"-87"-31,123 17-15,-194-18-16,211 54 31,36 17-15,53 0-1,159 17 1,-300 89 0,-230-106-1,-52 0-15,-18 0 16,35 0 0,-18 0-1,-17 0 1,-18 0-1,1 0 1,17 0 0</inkml:trace>
  <inkml:trace contextRef="#ctx0" brushRef="#br0" timeOffset="12496.36">8643 16334 0,'0'-36'16,"-18"19"0,-17 17-1,-53-18 1,-36 18 0,-52 0-1,-88 0 1,122 18-1,-105-18 1,71 17 0,88 19-1,0-1 1,52 0 0,-34 36-1,52-54 1,-52 107-1,-19-36 1,54-17 0,-35 34-1,34-34 1,-17 0 0,36 70-1,-1-18 1,1-52-1,17-18-15,0 105 32,70-69-17,18-1 17,-52-18-17,16 1 1,37-1-1,-19-34-15,71 70 16,53-36 0,-88-52-1,282 70 1,-141-53 0,-159-35-1,36 0-15,229 0 31,-230 0-15,-17-17-16,423-72 31,-282 36 1,-35 36-17,-195-1 1,1 18-16,0-17 15,-1-1-15,19-17 16,-19 17 0,54-35-1,-1 18 1,-52 35 0,17-18-1,0-17 1,-17 0-1,17-36 1,54-35 0,-19-35-1,-17 71 1,-35-54 0,-18 71-1,0 0-15,0-17 16,0-54-1,-36 71 1,19 0-16,-18-52 16,-1 34-1,19 36-15,-36-54 16,-18-34 0,18 70-1,18 18 1,17 0-16,-17-1 15,-36-70 1,54 71 0,-124-53-1,105 70 1,-69-35 0,34 36-1,0 17 1,19 0-1,16 0-15,-52 0 16,53 0 0,0 17-16,-36 36 15,-17 0 1,-36 18 0,89-71-1,17 0-15,-35 17 31</inkml:trace>
  <inkml:trace contextRef="#ctx0" brushRef="#br0" timeOffset="18670.15">25083 4780 0,'0'88'62,"0"-17"-46,35 70 15,-18-70-15,-17-19-16,0-16 15,18 70 1,-18-18 15,0-53-15,0 36 0,0-36-1,0-17 1,0 34-16,0-34 15,0 35 1,-18-18 0,1 1-1,-1-19 1,18 1-16,-35-1 16,17 19-16,1-19 15,-1 19 1,-35 17-1,0 35 1,35-35-16,-17-36 16,18 36-16,-1 0 15,0-35 1,-35 105 0,18-87-1,35 16-15,-18 54 16,1-70-1,-1-1 1,-52 124 0,-1-54 15,53-52-15,1-17-1,17-1 1,-18 53-1,1-35 1,17 35 0,0-35-1,0-35 1,0 52 0,0-34-1,0 105 1,0-88-1,0 35 1,0-18 0,35 19-1,-18-1 1,-17 0 0,0 0-1,0 0 1,0 18-1,0-18 1,0-17 0,0-36-1,0 36 1,0 35 0,-17-36-1,17 1 1,-18-1-1,18-52 1,-17 35 0,17-36-1,-18 1 1,0 35 0,18 0-1,-17-18 1,17-17-16,0 0 15,0 17 1,0 18 15,0-36-15,0 19 31,0-19-32,0 19 1,0-19 0,0 1-16,0 17 47</inkml:trace>
  <inkml:trace contextRef="#ctx0" brushRef="#br0" timeOffset="130045.82">24818 8096 0,'35'0'47,"-17"0"-32,17 0 32,0 0-16,1 0-15,-19 0 0,19 0 62,-19 0-63,1 0 1,0 0 0,-1 0-1,18 0 1,-17 0 15,-18 36 157,0-1-173,0-18 17,0 36-17,0 18 16,0-36-15,0 0 15,0-17-15,0 0-16,18 35 16,-1-36-1,-17 1 1,0 17-1,0-17 1,0 0 0,0 17-1,0-18 1,0 1 0,0 17-1,0-17 1,18 35-1,0-18 1,-18 0 0,17 18-1,-17-17 1,0-19 0,0 19-1,0-1-15,0-18 16,0 54-1,0-36 1,-17 36 0,17-18 15,-36 17-15,36-34-1,0-19 1,0 1 15,0 17-15,-17 0-1</inkml:trace>
  <inkml:trace contextRef="#ctx0" brushRef="#br0" timeOffset="131100.01">24818 8237 0,'0'18'47,"18"70"-31,-1 36-1,1-54 1,-1-34-16,-17 34 16,0-17-1,18 0-15,0 0 16,-18-36-16,17 36 16,-17 18-1,0-1 1,0-34-1,0 17 1,0 35 0,18-53-16,-18-17 15,0-1-15,0 19 16,0-19 0,0 19-1,0-19 16,0 1-15,0 17 15</inkml:trace>
  <inkml:trace contextRef="#ctx0" brushRef="#br0" timeOffset="131707.44">24924 9490 0,'17'0'94,"1"0"-79,0 0 17,-1 0-17,19 0 1</inkml:trace>
  <inkml:trace contextRef="#ctx0" brushRef="#br0" timeOffset="165646.82">25665 6138 0,'-18'0'47,"0"0"-31,1 36 0,-1-36-16,0 53 15,-17-1 1,17-34-1,1 0-15,-18 70 16,35-53 0,35 36 15,18-54-15,35-17-1,-35 0 1,17-53-1,-52 36 1,17-54 15,-35 1-15,0 17 0,0 18-1,0 17-15,-17 18 63,-36 0-48</inkml:trace>
  <inkml:trace contextRef="#ctx0" brushRef="#br0" timeOffset="166407.59">26899 5345 0,'-35'0'16,"0"53"-1,-1 17 1,19-17 0,-54 123-1,71-140 1,36-1-1,52-35 17,-53 0-17,0-18 1,71-105 0,0-106 15,-106 193-16,0 1-15,-18-36 16,-17 54 0,-18 17-1,0 0 1</inkml:trace>
  <inkml:trace contextRef="#ctx0" brushRef="#br0" timeOffset="-195116.11">25735 8537 0,'0'36'62,"0"52"-46,0-53-16,0 18 16,0 0-1,0 0 1,0-18-1,0-17 1,-17 35 0,-1-36-1</inkml:trace>
  <inkml:trace contextRef="#ctx0" brushRef="#br0" timeOffset="-194012.67">25594 9049 0,'-18'0'47,"1"0"-31,-1-36 15,18 19-16,0-18 1,0-36 0,0-17-1,18 0 1,-1 52 0,-17 1-1,0 0 1,0 0-1,18 17 1,17 18 15,-17 0 1,17 0-17,1 0 1,16 0-1,-34 0-15,0 18 16,70 52 15,-35-17-15,-36 0 0,1 0-1,-18-18 1,0-17-1,0 35 1,-18-18 0,1 0-1,-1-17 1,1-18 0,-19 0-1,19 0 1,-19 0-1,1 0 1,0 0 0,-18 0-1,0 0 1,35 0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9:44:47.2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4392 4674 0,'18'0'63,"70"0"-48,141 0 1,-88 0-1,-52 0-15,122 0 16,-158 0 0,18-17-16,-18 17 15,-36 0 1,54 0 15,-18-18-15,-36 18-1,19 0 1,-1-18 0,-17 18 15</inkml:trace>
  <inkml:trace contextRef="#ctx0" brushRef="#br0" timeOffset="36069.33">4692 6050 0,'53'18'78,"123"-18"-62,-52 17-16,140 19 15,160-36 17,-266 0-32,160 0 15,-89-18 1,-88 0-1,-17 1 1,-36-1 0,106-17 15,-53 35 0,-88 0-31,71-35 0,-72 35 16,19-18-1,-36-17 1,1 17 0,-19 18-1,18 0 1,-17 0 0,35 0-1,0 0 1,-18-18-1,0 18 17,-35-17-17</inkml:trace>
  <inkml:trace contextRef="#ctx0" brushRef="#br0" timeOffset="70653.77">13776 4780 0,'0'-17'47,"-71"-1"-32,19 18-15,-72 0 16,71 0 0,-17 0-16,-54 0 15,71 18 1,-106 87-1,54-34 1,69-18-16,-70 53 16,36 35-1,17-53 1,53 35 0,-18 54-1,36-1 1,158-17-1,89-36 1,-106-87 0,423-19-1,-159-17 1,-17-35 0,-124-106-1,-194 53 1,36-124-1,-107 0 1,-17 18 0,-88-53-1,-106 106 1,-18 71 0,124 52-16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9:47:40.1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8555 9525 0,'0'-18'31,"0"1"-15,0-19 15,0 1-15,0-71-1,18-105 1,-1-19 0,1-52-1,-1 159 1,72-230-1,-72 265-15,36-124 32,-18 18-17,-17 141 1,0-53 0,-1 71-1,19-36 1,-1 19-1,-17-54 1,17 17 0,-18 37-1,-17 16-15,0 19 32,0-1-17,0 0 1,0-17-1</inkml:trace>
  <inkml:trace contextRef="#ctx0" brushRef="#br0" timeOffset="1541.03">7073 9084 0,'-17'0'47,"17"-123"-32,17 17-15,18 18 16,36-142 0,17-17-1,-35 36 1,-18 17-1,-35 0 1,71 35 0,0 0-1,17 0 1,0 18 0,-70 0-1,17 18 1,-35 34-1,17 19 1,-17 52 0,0 1 31,0-19-32,18 19 1,-18-19-1,18 19 1</inkml:trace>
  <inkml:trace contextRef="#ctx0" brushRef="#br0" timeOffset="13600.88">1834 10231 0,'-17'17'47,"-36"1"-32,-35 52 1,35-34 0,18-1-1,-18-17 1,35-1 0</inkml:trace>
  <inkml:trace contextRef="#ctx0" brushRef="#br0" timeOffset="13944.58">1499 10478 0,'0'0'0,"18"52"16,0 1-16,-1 88 31,1-105-15,-18-1-16,0-17 16,0 17-1,18-35 48,-18-18-63</inkml:trace>
  <inkml:trace contextRef="#ctx0" brushRef="#br0" timeOffset="14429.06">1693 10407 0,'53'0'15,"0"0"-15,176 35 31,-176-17-15,-35 17 31,-18-17-31,0-1-16,0 54 15,-71-18 1,36 70-1,-18-70 1,18-17 0,35-1-1</inkml:trace>
  <inkml:trace contextRef="#ctx0" brushRef="#br0" timeOffset="14723.42">1588 10619 0,'0'-18'31,"17"18"-31,18 0 31,71-18-15,-70 18-1,34-17 1,-70-1 0</inkml:trace>
  <inkml:trace contextRef="#ctx0" brushRef="#br0" timeOffset="15104.81">1605 10760 0,'18'0'79,"35"0"-64,0 0 1,70 0-1,-88 0-15,54 0 16</inkml:trace>
  <inkml:trace contextRef="#ctx0" brushRef="#br0" timeOffset="16207.84">12294 4057 0,'-35'0'32,"35"35"-17,0 1-15,0 16 32,0 1-17,0-17 16,18-19-15</inkml:trace>
  <inkml:trace contextRef="#ctx0" brushRef="#br0" timeOffset="16772.3">12294 3863 0,'36'0'15,"-19"0"1,19 0-1,-1 0 1,-18 0-16,1 0 16,17 0-1,1 0 1,-19 0 0,1 0 15,17 70-16,0 1 1,-35-36 0,0 18-1,0-35 1,0 0 0,0 52-1,-17-35 1,-1-17-1,18 17 1</inkml:trace>
  <inkml:trace contextRef="#ctx0" brushRef="#br0" timeOffset="17159.97">12383 4075 0,'-18'17'78,"36"1"-47,-1 17 1,1-35-17,-1 18 1,1-18-1</inkml:trace>
  <inkml:trace contextRef="#ctx0" brushRef="#br0" timeOffset="17642.39">12594 4145 0,'0'0'0,"-70"0"31,-1 0-15,-17 0-1,53 18 1,17-18-16,-17 17 31,88-17 94,-18 0-109,-17 0-1,-1 0 1,1 0 0,-1 0-1,1 0 1</inkml:trace>
  <inkml:trace contextRef="#ctx0" brushRef="#br0" timeOffset="18079">12259 4427 0,'18'0'16,"-1"0"0,1 0-16,70 0 31,-17-17-15,-36 17-1,18-18 1,-35 18-1,-1-18 32</inkml:trace>
  <inkml:trace contextRef="#ctx0" brushRef="#br0" timeOffset="18704.84">12471 4022 0,'0'0'15,"0"35"-15,-18 53 16,-17 71 0,17-141-1,1 87 1,17-34 0,-18-36-1,18-17 1,-18-1 78,18 1-16,36-18-63,-19 0-15,107-18 32,-71 18-17,-36 0 1</inkml:trace>
  <inkml:trace contextRef="#ctx0" brushRef="#br0" timeOffset="19021.27">12277 4621 0,'-53'71'16,"17"-53"-1,1 17 1,35-17-16,-17-1 16,-19 18 15,36-17-15</inkml:trace>
  <inkml:trace contextRef="#ctx0" brushRef="#br0" timeOffset="19255.68">12347 4780 0,'0'18'47,"0"-1"0,18 1-32</inkml:trace>
  <inkml:trace contextRef="#ctx0" brushRef="#br0" timeOffset="19504.75">12559 4710 0,'18'0'16,"-18"17"-1,0 1 32,0 17-15,17-17-1</inkml:trace>
  <inkml:trace contextRef="#ctx0" brushRef="#br0" timeOffset="19751.77">12912 4727 0,'0'0'0,"0"18"63,0 0-16</inkml:trace>
  <inkml:trace contextRef="#ctx0" brushRef="#br0" timeOffset="31742.61">15928 1905 0,'35'-35'16,"36"-1"-1,-54 36 1,36 0 0,71 0-1,193 0 1,36 0-1,-159 0 1,-18 0 0,-17 0-16,123 0 15,-140 0 1,-37 0 0,1 0-1,0 0 1,-35-17-1,-1-1-15,177-17 16,-70 35 0,-19 0-1,-70 0 1,-17-18 0,-18 1-1,-53-1-15,53 18 31,-18-18-15,36 18 15,-54 0 1,1 0-17</inkml:trace>
  <inkml:trace contextRef="#ctx0" brushRef="#br0" timeOffset="32504.34">16387 741 0,'17'106'15,"18"88"1,-35-71 0,0-17-16,0 53 15,0-18 1,0-71-1,0 213 1,-17-213-16,-18 36 31,17 18-15,0-72 0,18 1-1,-17-35 1,17 0-1,0-1 95</inkml:trace>
  <inkml:trace contextRef="#ctx0" brushRef="#br0" timeOffset="34533.19">17004 1729 0,'0'-18'140,"35"-17"-124,-17-1-16,-1-52 15,1 53 1,0 0-16,17-18 16,0 0-1,-17 35 1,-18-35 0,35 18-1,-35 17 1,18-17-1,-1 17 1,1 1 0,17-18-1,1 17 1,-19 0 0,1 1-1,0-1 1,52-17 15,-35-1-15,1 36-1,-1-17 1,0-18 15,1 35-15,-19 0-1,18-18 17,1 18 15,-19 0 15,1 0-46,0 0-16,17 0 31,-17 0-15,-1 0-1,54 18 16,-36-18-15,0 35 15,-35 0-15,18 0 0,0 1-1,-1-19 1,1 19-1,0-19 1,-1 1 0,-17 17-1,18-35 1,-18 35 0,35-17-1,-17 35 16,17-18-15,-35-17 0,18 17-1,-1-17 1,1 17 0,17 18-1,-17-18 1,-1 1-1,1-1 1,0-18 0,-1 1-1,-17 0 1,18 17 0,0-35 155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10-31T09:49:29.5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13564 9137 0,'0'35'31,"71"-17"-15,35 0-1,88 34 1,53 19 0,17-18-1,-211-35-15,71-18 32,-36 0-17,0-36 1,-35-17-1,18 0 1,-1 18 0,-52 0-16,-1 17 15,1 1-15,35-72 32,0 54-17,-36 17-15,19-17 16,-36 18-16,17-125 31,-17 54 0,-88-106 1,18 71-17,-36-1 1,-18 36-1,1 18 1,88 52-16,-36-35 16,36 35-1,-1-17 1,-87 35 0,70 0-1,-88 0 1,17 0-16,54 0 15,17 0 1,18 0-16,-18 35 16,35-17-1,1 0-15,-54 87 16,-17 37 0,17-19-1,18-35 1,36 18-1,-1-35 1,18 17 0,0-53-1,18 18-15,-18 0 16,35 88 0,-17-106-1,17 36 1,-17-53-1,-1 17 1</inkml:trace>
  <inkml:trace contextRef="#ctx0" brushRef="#br0" timeOffset="10432.42">6015 11359 0,'18'0'47,"34"0"-32,125 0 1,-36 0 0,35 0-1,-35 0 1,-105 0-16,17 0 16,52 0-1,-34 0 1,17 0-1,-70 0 1,35 0 0,0 0-1,0 0 1,17 0-16,-35 0 16,89 0-1,52 0 1,89 0-1,-53 0 1,-107 18 0,89-18-1,-105 18 1,16-1-16,-16 1 16,158-18-1,-53 0 1,-124 0-1,1 18-15,-18-18 16,194 53 0,-159-36-1,-53-17 1,0 0 0,-17 0-1,0 0 1,17 0-1,-17 0 17,52 18-17,-35-1-15,-17-17 16,88 0 0,-53 0-16,35 0 15,-70 0 1,-1 0-1</inkml:trace>
  <inkml:trace contextRef="#ctx0" brushRef="#br0" timeOffset="24012.64">5503 10495 0,'-17'18'62,"334"52"-46,71-52 0,0-18-1,0 0 1,-141-18 0,-141 18-1,-18 0 1,-17-35-1,-1 17 1,-70 1 0,71 17-1</inkml:trace>
  <inkml:trace contextRef="#ctx0" brushRef="#br0" timeOffset="44900.19">3528 12100 0,'35'0'62,"53"0"-46,0 0-1,18 18 1,-53 0-16,0-1 16,35 1-16,-35-1 15,229-17 1,-52 36 0,-124-36-1,17 0-15,-17 0 16,70 0-1,-105 0 1,52 0 0,-105 0-16,0-18 15,-1 18 48</inkml:trace>
  <inkml:trace contextRef="#ctx0" brushRef="#br0" timeOffset="48939.28">15787 11994 0,'0'0'16,"-282"71"-1,211-18 1,-70 35 0,53-17-1,-18-18 1,53 35 0,35 0-1,18-35 1,-53 70-1,36 1 1,17-1 0,0-70-1,0 18 1,35-1 0,-35-34-1,18-19 1,17 36-1,0-18 1,1 1 0,52-1-1,35 0 1,71-35 0,36 0-1,52 0 1,-123-53-16,17 0 15,-141 18 1,36-18 0,-18-35-1,-18 0 1,-35 35 0,0-18-16,0 1 15,0-1 1,0-17-16,-18-35 15,1 34 1,17 1 0,-18 53-1,-17-18-15,17-106 16,-70 36 0,-36 35-1,1-1 1,35 19-1,70 70 32,0 0-31,-17 0 0,18 18-16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A*B=1*1+2*1+3*1+4*2+5*1+6*1+7*9+8*8+9*5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6971" y="325750"/>
            <a:ext cx="4890770" cy="387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81580" y="5458587"/>
            <a:ext cx="4598034" cy="249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95" b="0" i="0">
                <a:solidFill>
                  <a:schemeClr val="tx1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14948F-6A6F-C546-8881-B6920FA7CFFD}" type="datetimeFigureOut">
              <a:rPr kumimoji="1" lang="zh-CN" altLang="en-US" smtClean="0"/>
              <a:t>2025/10/31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7F9F0-548D-7F46-839A-619DC14B44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12" Type="http://schemas.openxmlformats.org/officeDocument/2006/relationships/customXml" Target="../ink/ink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2.xml"/><Relationship Id="rId11" Type="http://schemas.openxmlformats.org/officeDocument/2006/relationships/hyperlink" Target="http://www.cnblogs.com/sevenyuan/p/7810755.html" TargetMode="External"/><Relationship Id="rId5" Type="http://schemas.openxmlformats.org/officeDocument/2006/relationships/tags" Target="../tags/tag5.xml"/><Relationship Id="rId10" Type="http://schemas.openxmlformats.org/officeDocument/2006/relationships/image" Target="../media/image7.png"/><Relationship Id="rId4" Type="http://schemas.openxmlformats.org/officeDocument/2006/relationships/tags" Target="../tags/tag4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www.cnblogs.com/sevenyuan/p/7810755.html" TargetMode="Externa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tags" Target="../tags/tag8.xml"/><Relationship Id="rId7" Type="http://schemas.openxmlformats.org/officeDocument/2006/relationships/image" Target="../media/image6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9.xm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00.png"/><Relationship Id="rId5" Type="http://schemas.openxmlformats.org/officeDocument/2006/relationships/tags" Target="../tags/tag10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5" Type="http://schemas.openxmlformats.org/officeDocument/2006/relationships/image" Target="../media/image15.png"/><Relationship Id="rId4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9.emf"/><Relationship Id="rId3" Type="http://schemas.openxmlformats.org/officeDocument/2006/relationships/tags" Target="../tags/tag14.xml"/><Relationship Id="rId7" Type="http://schemas.openxmlformats.org/officeDocument/2006/relationships/notesSlide" Target="../notesSlides/notesSlide2.xml"/><Relationship Id="rId12" Type="http://schemas.openxmlformats.org/officeDocument/2006/relationships/customXml" Target="../ink/ink6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150.png"/><Relationship Id="rId5" Type="http://schemas.openxmlformats.org/officeDocument/2006/relationships/tags" Target="../tags/tag16.xml"/><Relationship Id="rId10" Type="http://schemas.openxmlformats.org/officeDocument/2006/relationships/image" Target="../media/image140.png"/><Relationship Id="rId4" Type="http://schemas.openxmlformats.org/officeDocument/2006/relationships/tags" Target="../tags/tag15.xml"/><Relationship Id="rId9" Type="http://schemas.openxmlformats.org/officeDocument/2006/relationships/tags" Target="../tags/tag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hyperlink" Target="http://www.cnblogs.com/kensporger/p/11628050.html" TargetMode="External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24.jpeg"/><Relationship Id="rId7" Type="http://schemas.openxmlformats.org/officeDocument/2006/relationships/image" Target="../media/image2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22.jpeg"/><Relationship Id="rId4" Type="http://schemas.openxmlformats.org/officeDocument/2006/relationships/image" Target="../media/image25.jpe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://www.cnblogs.com/kensporger/p/11628050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customXml" Target="../ink/ink1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3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32.png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hyperlink" Target="http://homepages.inf.ed.ac.uk/rbf/CVonline/LOCAL_COPIES/MANDUCHI1/Bilateral_Filtering.html" TargetMode="External"/><Relationship Id="rId2" Type="http://schemas.openxmlformats.org/officeDocument/2006/relationships/tags" Target="../tags/tag21.xml"/><Relationship Id="rId16" Type="http://schemas.openxmlformats.org/officeDocument/2006/relationships/image" Target="../media/image40.png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39.png"/><Relationship Id="rId5" Type="http://schemas.openxmlformats.org/officeDocument/2006/relationships/tags" Target="../tags/tag24.xml"/><Relationship Id="rId15" Type="http://schemas.openxmlformats.org/officeDocument/2006/relationships/customXml" Target="../ink/ink12.xml"/><Relationship Id="rId10" Type="http://schemas.openxmlformats.org/officeDocument/2006/relationships/image" Target="../media/image38.png"/><Relationship Id="rId4" Type="http://schemas.openxmlformats.org/officeDocument/2006/relationships/tags" Target="../tags/tag23.xml"/><Relationship Id="rId9" Type="http://schemas.openxmlformats.org/officeDocument/2006/relationships/image" Target="../media/image37.png"/><Relationship Id="rId1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://homepages.inf.ed.ac.uk/rbf/CVonline/LOCAL_COPIES/MANDUCHI1/Bilateral_Filtering.html" TargetMode="Externa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://homepages.inf.ed.ac.uk/rbf/CVonline/LOCAL_COPIES/MANDUCHI1/Bilateral_Filtering.html" TargetMode="Externa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9" y="1"/>
            <a:ext cx="12179199" cy="685317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684" y="0"/>
            <a:ext cx="12176154" cy="6851655"/>
            <a:chOff x="3047" y="0"/>
            <a:chExt cx="12187428" cy="6857999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20071" y="0"/>
              <a:ext cx="2304287" cy="7193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7" y="0"/>
              <a:ext cx="12187428" cy="68579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3107" y="134639"/>
            <a:ext cx="6526202" cy="935372"/>
          </a:xfrm>
          <a:prstGeom prst="rect">
            <a:avLst/>
          </a:prstGeom>
        </p:spPr>
        <p:txBody>
          <a:bodyPr vert="horz" wrap="square" lIns="0" tIns="12688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48940" algn="l"/>
              </a:tabLst>
            </a:pPr>
            <a:r>
              <a:rPr sz="5995" spc="295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5995" spc="1009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sz="5995" spc="909" dirty="0">
                <a:latin typeface="宋体" panose="02010600030101010101" pitchFamily="2" charset="-122"/>
                <a:ea typeface="宋体" panose="02010600030101010101" pitchFamily="2" charset="-122"/>
              </a:rPr>
              <a:t>章</a:t>
            </a:r>
            <a:r>
              <a:rPr sz="5995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sz="5995" spc="964" dirty="0" err="1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sz="5995" spc="959" dirty="0" err="1">
                <a:latin typeface="宋体" panose="02010600030101010101" pitchFamily="2" charset="-122"/>
                <a:ea typeface="宋体" panose="02010600030101010101" pitchFamily="2" charset="-122"/>
              </a:rPr>
              <a:t>像</a:t>
            </a:r>
            <a:r>
              <a:rPr lang="zh-CN" altLang="en-US" sz="5995" spc="959" dirty="0">
                <a:latin typeface="宋体" panose="02010600030101010101" pitchFamily="2" charset="-122"/>
                <a:ea typeface="宋体" panose="02010600030101010101" pitchFamily="2" charset="-122"/>
              </a:rPr>
              <a:t>滤波</a:t>
            </a:r>
            <a:endParaRPr sz="5995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8211" y="1352542"/>
            <a:ext cx="4488469" cy="4411705"/>
          </a:xfrm>
          <a:prstGeom prst="rect">
            <a:avLst/>
          </a:prstGeom>
        </p:spPr>
        <p:txBody>
          <a:bodyPr vert="horz" wrap="square" lIns="0" tIns="256303" rIns="0" bIns="0" rtlCol="0">
            <a:spAutoFit/>
          </a:bodyPr>
          <a:lstStyle/>
          <a:p>
            <a:pPr marL="990600" lvl="1" indent="-977900">
              <a:spcBef>
                <a:spcPts val="2020"/>
              </a:spcBef>
              <a:buAutoNum type="arabicPeriod"/>
              <a:tabLst>
                <a:tab pos="989965" algn="l"/>
              </a:tabLst>
            </a:pPr>
            <a:r>
              <a:rPr sz="3195" spc="-25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卷积</a:t>
            </a:r>
            <a:endParaRPr sz="3195" dirty="0">
              <a:latin typeface="宋体" panose="02010600030101010101" pitchFamily="2" charset="-122"/>
              <a:ea typeface="宋体" panose="02010600030101010101" pitchFamily="2" charset="-122"/>
              <a:cs typeface="PMingLiU"/>
            </a:endParaRPr>
          </a:p>
          <a:p>
            <a:pPr marL="1054735" lvl="1" indent="-1042035">
              <a:spcBef>
                <a:spcPts val="1920"/>
              </a:spcBef>
              <a:buAutoNum type="arabicPeriod"/>
              <a:tabLst>
                <a:tab pos="1054100" algn="l"/>
              </a:tabLst>
            </a:pPr>
            <a:r>
              <a:rPr sz="3195" spc="-15" dirty="0" err="1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均值</a:t>
            </a:r>
            <a:r>
              <a:rPr lang="zh-CN" altLang="en-US" sz="3195" spc="-15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滤波</a:t>
            </a:r>
            <a:endParaRPr sz="3195" dirty="0">
              <a:latin typeface="宋体" panose="02010600030101010101" pitchFamily="2" charset="-122"/>
              <a:ea typeface="宋体" panose="02010600030101010101" pitchFamily="2" charset="-122"/>
              <a:cs typeface="PMingLiU"/>
            </a:endParaRPr>
          </a:p>
          <a:p>
            <a:pPr marL="1048385" lvl="1" indent="-1035685">
              <a:spcBef>
                <a:spcPts val="1920"/>
              </a:spcBef>
              <a:buAutoNum type="arabicPeriod"/>
              <a:tabLst>
                <a:tab pos="1047750" algn="l"/>
              </a:tabLst>
            </a:pPr>
            <a:r>
              <a:rPr sz="3195" spc="-20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中值滤波</a:t>
            </a:r>
            <a:endParaRPr sz="3195" dirty="0">
              <a:latin typeface="宋体" panose="02010600030101010101" pitchFamily="2" charset="-122"/>
              <a:ea typeface="宋体" panose="02010600030101010101" pitchFamily="2" charset="-122"/>
              <a:cs typeface="PMingLiU"/>
            </a:endParaRPr>
          </a:p>
          <a:p>
            <a:pPr marL="1070610" lvl="1" indent="-1057910">
              <a:spcBef>
                <a:spcPts val="1925"/>
              </a:spcBef>
              <a:buAutoNum type="arabicPeriod"/>
              <a:tabLst>
                <a:tab pos="1070610" algn="l"/>
              </a:tabLst>
            </a:pPr>
            <a:r>
              <a:rPr sz="3195" spc="-15" dirty="0" err="1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高斯</a:t>
            </a:r>
            <a:r>
              <a:rPr lang="zh-CN" altLang="en-US" sz="3195" spc="-15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滤波</a:t>
            </a:r>
            <a:endParaRPr sz="3195" dirty="0">
              <a:latin typeface="宋体" panose="02010600030101010101" pitchFamily="2" charset="-122"/>
              <a:ea typeface="宋体" panose="02010600030101010101" pitchFamily="2" charset="-122"/>
              <a:cs typeface="PMingLiU"/>
            </a:endParaRPr>
          </a:p>
          <a:p>
            <a:pPr marL="1039495" lvl="1" indent="-1026795">
              <a:spcBef>
                <a:spcPts val="1920"/>
              </a:spcBef>
              <a:buAutoNum type="arabicPeriod"/>
              <a:tabLst>
                <a:tab pos="1038860" algn="l"/>
              </a:tabLst>
            </a:pPr>
            <a:r>
              <a:rPr sz="3195" spc="-20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双边滤波</a:t>
            </a:r>
            <a:endParaRPr sz="3195" dirty="0">
              <a:latin typeface="宋体" panose="02010600030101010101" pitchFamily="2" charset="-122"/>
              <a:ea typeface="宋体" panose="02010600030101010101" pitchFamily="2" charset="-122"/>
              <a:cs typeface="PMingLiU"/>
            </a:endParaRPr>
          </a:p>
          <a:p>
            <a:pPr marL="614045" lvl="1" indent="-601345">
              <a:spcBef>
                <a:spcPts val="1920"/>
              </a:spcBef>
              <a:buFont typeface="PMingLiU"/>
              <a:buAutoNum type="arabicPeriod"/>
              <a:tabLst>
                <a:tab pos="614045" algn="l"/>
                <a:tab pos="1223010" algn="l"/>
              </a:tabLst>
            </a:pPr>
            <a:r>
              <a:rPr sz="3195" spc="-50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*</a:t>
            </a:r>
            <a:r>
              <a:rPr sz="319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	</a:t>
            </a:r>
            <a:r>
              <a:rPr sz="3195" spc="-10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双边滤波算法解析</a:t>
            </a:r>
            <a:endParaRPr sz="3195" dirty="0">
              <a:latin typeface="宋体" panose="02010600030101010101" pitchFamily="2" charset="-122"/>
              <a:ea typeface="宋体" panose="02010600030101010101" pitchFamily="2" charset="-122"/>
              <a:cs typeface="PMingLi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03E778D-4758-4D6B-BD52-940ED083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什么叫滤波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385E2E-2261-4B65-B1EA-32698B0C2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719" y="1353503"/>
            <a:ext cx="6448561" cy="526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0367" y="293606"/>
            <a:ext cx="787391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180" dirty="0">
                <a:latin typeface="PMingLiU"/>
                <a:cs typeface="PMingLiU"/>
              </a:rPr>
              <a:t>4.1</a:t>
            </a:r>
            <a:endParaRPr sz="2795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6348" y="293606"/>
            <a:ext cx="735284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-45" dirty="0">
                <a:latin typeface="PMingLiU"/>
                <a:cs typeface="PMingLiU"/>
              </a:rPr>
              <a:t>卷积</a:t>
            </a:r>
            <a:endParaRPr sz="2795" dirty="0">
              <a:latin typeface="PMingLiU"/>
              <a:cs typeface="PMingLiU"/>
            </a:endParaRPr>
          </a:p>
        </p:txBody>
      </p:sp>
      <p:pic>
        <p:nvPicPr>
          <p:cNvPr id="6" name="object 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07050" y="1576070"/>
            <a:ext cx="1621790" cy="37909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65845" y="2314575"/>
            <a:ext cx="2049145" cy="216217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1128395" y="2500630"/>
            <a:ext cx="3303270" cy="2393315"/>
            <a:chOff x="1774" y="2422"/>
            <a:chExt cx="5202" cy="3769"/>
          </a:xfrm>
        </p:grpSpPr>
        <p:pic>
          <p:nvPicPr>
            <p:cNvPr id="5" name="object 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74" y="2422"/>
              <a:ext cx="5203" cy="2925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3636" y="5719"/>
              <a:ext cx="1479" cy="472"/>
            </a:xfrm>
            <a:prstGeom prst="rect">
              <a:avLst/>
            </a:prstGeom>
          </p:spPr>
          <p:txBody>
            <a:bodyPr vert="horz" wrap="square" lIns="0" tIns="12688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1800" spc="-15" dirty="0">
                  <a:latin typeface="宋体"/>
                  <a:cs typeface="宋体"/>
                </a:rPr>
                <a:t>一维卷积</a:t>
              </a:r>
              <a:endParaRPr sz="1800">
                <a:latin typeface="宋体"/>
                <a:cs typeface="宋体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947745" y="5585266"/>
            <a:ext cx="938931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5" dirty="0">
                <a:latin typeface="宋体"/>
                <a:cs typeface="宋体"/>
              </a:rPr>
              <a:t>二维卷积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4595" y="6059805"/>
            <a:ext cx="6837680" cy="38100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卷积核</a:t>
            </a:r>
            <a:r>
              <a:rPr lang="zh-CN" sz="2400" dirty="0">
                <a:latin typeface="宋体"/>
                <a:cs typeface="宋体"/>
              </a:rPr>
              <a:t>（</a:t>
            </a:r>
            <a:r>
              <a:rPr lang="en-US" altLang="zh-CN" sz="2400" dirty="0">
                <a:latin typeface="宋体"/>
                <a:cs typeface="宋体"/>
              </a:rPr>
              <a:t>kernel</a:t>
            </a:r>
            <a:r>
              <a:rPr lang="zh-CN" sz="2400" dirty="0">
                <a:latin typeface="宋体"/>
                <a:cs typeface="宋体"/>
              </a:rPr>
              <a:t>），也被称为</a:t>
            </a:r>
            <a:r>
              <a:rPr sz="2400" dirty="0">
                <a:latin typeface="宋体"/>
                <a:cs typeface="宋体"/>
              </a:rPr>
              <a:t>滤波器、算子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05659" y="6594135"/>
            <a:ext cx="3734152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 panose="020B0604020202090204"/>
                <a:cs typeface="Arial" panose="020B0604020202090204"/>
              </a:rPr>
              <a:t>[1]https:/</a:t>
            </a:r>
            <a:r>
              <a:rPr sz="1200" spc="-10" dirty="0">
                <a:latin typeface="Arial" panose="020B0604020202090204"/>
                <a:cs typeface="Arial" panose="020B0604020202090204"/>
                <a:hlinkClick r:id="rId11"/>
              </a:rPr>
              <a:t>/www.cnblogs.com/sevenyuan/p/7810755.html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0390" y="2679700"/>
            <a:ext cx="474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x</a:t>
            </a:r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580390" y="3816350"/>
            <a:ext cx="474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y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153795" y="1715135"/>
            <a:ext cx="105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x*y=?</a:t>
            </a:r>
          </a:p>
        </p:txBody>
      </p: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5035550" y="2238375"/>
            <a:ext cx="474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A</a:t>
            </a: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5035550" y="4286250"/>
            <a:ext cx="474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B</a:t>
            </a:r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8102600" y="3211195"/>
            <a:ext cx="474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C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607050" y="989330"/>
            <a:ext cx="105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A*B=?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665845" y="1346835"/>
            <a:ext cx="105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A*C=?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E2CF368-7AEF-4560-B01C-04D968717CC4}"/>
              </a:ext>
            </a:extLst>
          </p:cNvPr>
          <p:cNvGrpSpPr/>
          <p:nvPr/>
        </p:nvGrpSpPr>
        <p:grpSpPr>
          <a:xfrm>
            <a:off x="5444490" y="1940560"/>
            <a:ext cx="2041525" cy="1992630"/>
            <a:chOff x="5444490" y="1940560"/>
            <a:chExt cx="2041525" cy="1992630"/>
          </a:xfrm>
        </p:grpSpPr>
        <p:sp>
          <p:nvSpPr>
            <p:cNvPr id="25" name="任意多边形 24"/>
            <p:cNvSpPr/>
            <p:nvPr/>
          </p:nvSpPr>
          <p:spPr>
            <a:xfrm>
              <a:off x="5444490" y="2012315"/>
              <a:ext cx="443865" cy="1821815"/>
            </a:xfrm>
            <a:custGeom>
              <a:avLst/>
              <a:gdLst>
                <a:gd name="connisteX0" fmla="*/ 443653 w 443653"/>
                <a:gd name="connsiteY0" fmla="*/ 0 h 1821815"/>
                <a:gd name="connisteX1" fmla="*/ 371263 w 443653"/>
                <a:gd name="connsiteY1" fmla="*/ 9525 h 1821815"/>
                <a:gd name="connisteX2" fmla="*/ 298873 w 443653"/>
                <a:gd name="connsiteY2" fmla="*/ 27305 h 1821815"/>
                <a:gd name="connisteX3" fmla="*/ 227118 w 443653"/>
                <a:gd name="connsiteY3" fmla="*/ 54610 h 1821815"/>
                <a:gd name="connisteX4" fmla="*/ 163618 w 443653"/>
                <a:gd name="connsiteY4" fmla="*/ 126365 h 1821815"/>
                <a:gd name="connisteX5" fmla="*/ 128058 w 443653"/>
                <a:gd name="connsiteY5" fmla="*/ 207645 h 1821815"/>
                <a:gd name="connisteX6" fmla="*/ 91863 w 443653"/>
                <a:gd name="connsiteY6" fmla="*/ 280035 h 1821815"/>
                <a:gd name="connisteX7" fmla="*/ 64558 w 443653"/>
                <a:gd name="connsiteY7" fmla="*/ 360680 h 1821815"/>
                <a:gd name="connisteX8" fmla="*/ 46778 w 443653"/>
                <a:gd name="connsiteY8" fmla="*/ 433070 h 1821815"/>
                <a:gd name="connisteX9" fmla="*/ 28363 w 443653"/>
                <a:gd name="connsiteY9" fmla="*/ 505460 h 1821815"/>
                <a:gd name="connisteX10" fmla="*/ 19473 w 443653"/>
                <a:gd name="connsiteY10" fmla="*/ 577215 h 1821815"/>
                <a:gd name="connisteX11" fmla="*/ 1693 w 443653"/>
                <a:gd name="connsiteY11" fmla="*/ 658495 h 1821815"/>
                <a:gd name="connisteX12" fmla="*/ 1693 w 443653"/>
                <a:gd name="connsiteY12" fmla="*/ 730885 h 1821815"/>
                <a:gd name="connisteX13" fmla="*/ 1693 w 443653"/>
                <a:gd name="connsiteY13" fmla="*/ 802640 h 1821815"/>
                <a:gd name="connisteX14" fmla="*/ 10583 w 443653"/>
                <a:gd name="connsiteY14" fmla="*/ 875030 h 1821815"/>
                <a:gd name="connisteX15" fmla="*/ 28363 w 443653"/>
                <a:gd name="connsiteY15" fmla="*/ 956310 h 1821815"/>
                <a:gd name="connisteX16" fmla="*/ 46778 w 443653"/>
                <a:gd name="connsiteY16" fmla="*/ 1028065 h 1821815"/>
                <a:gd name="connisteX17" fmla="*/ 73448 w 443653"/>
                <a:gd name="connsiteY17" fmla="*/ 1118235 h 1821815"/>
                <a:gd name="connisteX18" fmla="*/ 100753 w 443653"/>
                <a:gd name="connsiteY18" fmla="*/ 1208405 h 1821815"/>
                <a:gd name="connisteX19" fmla="*/ 128058 w 443653"/>
                <a:gd name="connsiteY19" fmla="*/ 1280795 h 1821815"/>
                <a:gd name="connisteX20" fmla="*/ 163618 w 443653"/>
                <a:gd name="connsiteY20" fmla="*/ 1362075 h 1821815"/>
                <a:gd name="connisteX21" fmla="*/ 199813 w 443653"/>
                <a:gd name="connsiteY21" fmla="*/ 1433830 h 1821815"/>
                <a:gd name="connisteX22" fmla="*/ 227118 w 443653"/>
                <a:gd name="connsiteY22" fmla="*/ 1515110 h 1821815"/>
                <a:gd name="connisteX23" fmla="*/ 263313 w 443653"/>
                <a:gd name="connsiteY23" fmla="*/ 1596390 h 1821815"/>
                <a:gd name="connisteX24" fmla="*/ 298873 w 443653"/>
                <a:gd name="connsiteY24" fmla="*/ 1668780 h 1821815"/>
                <a:gd name="connisteX25" fmla="*/ 343958 w 443653"/>
                <a:gd name="connsiteY25" fmla="*/ 1749425 h 1821815"/>
                <a:gd name="connisteX26" fmla="*/ 407458 w 443653"/>
                <a:gd name="connsiteY26" fmla="*/ 1821815 h 182181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</a:cxnLst>
              <a:rect l="l" t="t" r="r" b="b"/>
              <a:pathLst>
                <a:path w="443653" h="1821815">
                  <a:moveTo>
                    <a:pt x="443653" y="0"/>
                  </a:moveTo>
                  <a:cubicBezTo>
                    <a:pt x="430318" y="1270"/>
                    <a:pt x="400473" y="3810"/>
                    <a:pt x="371263" y="9525"/>
                  </a:cubicBezTo>
                  <a:cubicBezTo>
                    <a:pt x="342053" y="15240"/>
                    <a:pt x="327448" y="18415"/>
                    <a:pt x="298873" y="27305"/>
                  </a:cubicBezTo>
                  <a:cubicBezTo>
                    <a:pt x="270298" y="36195"/>
                    <a:pt x="254423" y="34925"/>
                    <a:pt x="227118" y="54610"/>
                  </a:cubicBezTo>
                  <a:cubicBezTo>
                    <a:pt x="199813" y="74295"/>
                    <a:pt x="183303" y="95885"/>
                    <a:pt x="163618" y="126365"/>
                  </a:cubicBezTo>
                  <a:cubicBezTo>
                    <a:pt x="143933" y="156845"/>
                    <a:pt x="142663" y="177165"/>
                    <a:pt x="128058" y="207645"/>
                  </a:cubicBezTo>
                  <a:cubicBezTo>
                    <a:pt x="113453" y="238125"/>
                    <a:pt x="104563" y="249555"/>
                    <a:pt x="91863" y="280035"/>
                  </a:cubicBezTo>
                  <a:cubicBezTo>
                    <a:pt x="79163" y="310515"/>
                    <a:pt x="73448" y="330200"/>
                    <a:pt x="64558" y="360680"/>
                  </a:cubicBezTo>
                  <a:cubicBezTo>
                    <a:pt x="55668" y="391160"/>
                    <a:pt x="53763" y="403860"/>
                    <a:pt x="46778" y="433070"/>
                  </a:cubicBezTo>
                  <a:cubicBezTo>
                    <a:pt x="39793" y="462280"/>
                    <a:pt x="34078" y="476885"/>
                    <a:pt x="28363" y="505460"/>
                  </a:cubicBezTo>
                  <a:cubicBezTo>
                    <a:pt x="22648" y="534035"/>
                    <a:pt x="24553" y="546735"/>
                    <a:pt x="19473" y="577215"/>
                  </a:cubicBezTo>
                  <a:cubicBezTo>
                    <a:pt x="14393" y="607695"/>
                    <a:pt x="5503" y="628015"/>
                    <a:pt x="1693" y="658495"/>
                  </a:cubicBezTo>
                  <a:cubicBezTo>
                    <a:pt x="-2117" y="688975"/>
                    <a:pt x="1693" y="702310"/>
                    <a:pt x="1693" y="730885"/>
                  </a:cubicBezTo>
                  <a:cubicBezTo>
                    <a:pt x="1693" y="759460"/>
                    <a:pt x="-212" y="774065"/>
                    <a:pt x="1693" y="802640"/>
                  </a:cubicBezTo>
                  <a:cubicBezTo>
                    <a:pt x="3598" y="831215"/>
                    <a:pt x="5503" y="844550"/>
                    <a:pt x="10583" y="875030"/>
                  </a:cubicBezTo>
                  <a:cubicBezTo>
                    <a:pt x="15663" y="905510"/>
                    <a:pt x="21378" y="925830"/>
                    <a:pt x="28363" y="956310"/>
                  </a:cubicBezTo>
                  <a:cubicBezTo>
                    <a:pt x="35348" y="986790"/>
                    <a:pt x="37888" y="995680"/>
                    <a:pt x="46778" y="1028065"/>
                  </a:cubicBezTo>
                  <a:cubicBezTo>
                    <a:pt x="55668" y="1060450"/>
                    <a:pt x="62653" y="1082040"/>
                    <a:pt x="73448" y="1118235"/>
                  </a:cubicBezTo>
                  <a:cubicBezTo>
                    <a:pt x="84243" y="1154430"/>
                    <a:pt x="89958" y="1176020"/>
                    <a:pt x="100753" y="1208405"/>
                  </a:cubicBezTo>
                  <a:cubicBezTo>
                    <a:pt x="111548" y="1240790"/>
                    <a:pt x="115358" y="1250315"/>
                    <a:pt x="128058" y="1280795"/>
                  </a:cubicBezTo>
                  <a:cubicBezTo>
                    <a:pt x="140758" y="1311275"/>
                    <a:pt x="149013" y="1331595"/>
                    <a:pt x="163618" y="1362075"/>
                  </a:cubicBezTo>
                  <a:cubicBezTo>
                    <a:pt x="178223" y="1392555"/>
                    <a:pt x="187113" y="1403350"/>
                    <a:pt x="199813" y="1433830"/>
                  </a:cubicBezTo>
                  <a:cubicBezTo>
                    <a:pt x="212513" y="1464310"/>
                    <a:pt x="214418" y="1482725"/>
                    <a:pt x="227118" y="1515110"/>
                  </a:cubicBezTo>
                  <a:cubicBezTo>
                    <a:pt x="239818" y="1547495"/>
                    <a:pt x="248708" y="1565910"/>
                    <a:pt x="263313" y="1596390"/>
                  </a:cubicBezTo>
                  <a:cubicBezTo>
                    <a:pt x="277918" y="1626870"/>
                    <a:pt x="282998" y="1638300"/>
                    <a:pt x="298873" y="1668780"/>
                  </a:cubicBezTo>
                  <a:cubicBezTo>
                    <a:pt x="314748" y="1699260"/>
                    <a:pt x="322368" y="1718945"/>
                    <a:pt x="343958" y="1749425"/>
                  </a:cubicBezTo>
                  <a:cubicBezTo>
                    <a:pt x="365548" y="1779905"/>
                    <a:pt x="395393" y="1809115"/>
                    <a:pt x="407458" y="1821815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6365875" y="1967230"/>
              <a:ext cx="163195" cy="1884680"/>
            </a:xfrm>
            <a:custGeom>
              <a:avLst/>
              <a:gdLst>
                <a:gd name="connisteX0" fmla="*/ 0 w 163406"/>
                <a:gd name="connsiteY0" fmla="*/ 0 h 1884680"/>
                <a:gd name="connisteX1" fmla="*/ 36195 w 163406"/>
                <a:gd name="connsiteY1" fmla="*/ 72390 h 1884680"/>
                <a:gd name="connisteX2" fmla="*/ 54610 w 163406"/>
                <a:gd name="connsiteY2" fmla="*/ 144780 h 1884680"/>
                <a:gd name="connisteX3" fmla="*/ 72390 w 163406"/>
                <a:gd name="connsiteY3" fmla="*/ 234950 h 1884680"/>
                <a:gd name="connisteX4" fmla="*/ 81280 w 163406"/>
                <a:gd name="connsiteY4" fmla="*/ 306705 h 1884680"/>
                <a:gd name="connisteX5" fmla="*/ 99695 w 163406"/>
                <a:gd name="connsiteY5" fmla="*/ 379095 h 1884680"/>
                <a:gd name="connisteX6" fmla="*/ 99695 w 163406"/>
                <a:gd name="connsiteY6" fmla="*/ 450850 h 1884680"/>
                <a:gd name="connisteX7" fmla="*/ 108585 w 163406"/>
                <a:gd name="connsiteY7" fmla="*/ 532130 h 1884680"/>
                <a:gd name="connisteX8" fmla="*/ 117475 w 163406"/>
                <a:gd name="connsiteY8" fmla="*/ 613410 h 1884680"/>
                <a:gd name="connisteX9" fmla="*/ 126365 w 163406"/>
                <a:gd name="connsiteY9" fmla="*/ 694690 h 1884680"/>
                <a:gd name="connisteX10" fmla="*/ 144780 w 163406"/>
                <a:gd name="connsiteY10" fmla="*/ 775970 h 1884680"/>
                <a:gd name="connisteX11" fmla="*/ 153670 w 163406"/>
                <a:gd name="connsiteY11" fmla="*/ 857250 h 1884680"/>
                <a:gd name="connisteX12" fmla="*/ 153670 w 163406"/>
                <a:gd name="connsiteY12" fmla="*/ 947420 h 1884680"/>
                <a:gd name="connisteX13" fmla="*/ 153670 w 163406"/>
                <a:gd name="connsiteY13" fmla="*/ 1037590 h 1884680"/>
                <a:gd name="connisteX14" fmla="*/ 162560 w 163406"/>
                <a:gd name="connsiteY14" fmla="*/ 1118235 h 1884680"/>
                <a:gd name="connisteX15" fmla="*/ 162560 w 163406"/>
                <a:gd name="connsiteY15" fmla="*/ 1208405 h 1884680"/>
                <a:gd name="connisteX16" fmla="*/ 162560 w 163406"/>
                <a:gd name="connsiteY16" fmla="*/ 1289685 h 1884680"/>
                <a:gd name="connisteX17" fmla="*/ 162560 w 163406"/>
                <a:gd name="connsiteY17" fmla="*/ 1379855 h 1884680"/>
                <a:gd name="connisteX18" fmla="*/ 153670 w 163406"/>
                <a:gd name="connsiteY18" fmla="*/ 1452245 h 1884680"/>
                <a:gd name="connisteX19" fmla="*/ 144780 w 163406"/>
                <a:gd name="connsiteY19" fmla="*/ 1524000 h 1884680"/>
                <a:gd name="connisteX20" fmla="*/ 144780 w 163406"/>
                <a:gd name="connsiteY20" fmla="*/ 1596390 h 1884680"/>
                <a:gd name="connisteX21" fmla="*/ 108585 w 163406"/>
                <a:gd name="connsiteY21" fmla="*/ 1668780 h 1884680"/>
                <a:gd name="connisteX22" fmla="*/ 81280 w 163406"/>
                <a:gd name="connsiteY22" fmla="*/ 1740535 h 1884680"/>
                <a:gd name="connisteX23" fmla="*/ 63500 w 163406"/>
                <a:gd name="connsiteY23" fmla="*/ 1812925 h 1884680"/>
                <a:gd name="connisteX24" fmla="*/ 45085 w 163406"/>
                <a:gd name="connsiteY24" fmla="*/ 1884680 h 188468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</a:cxnLst>
              <a:rect l="l" t="t" r="r" b="b"/>
              <a:pathLst>
                <a:path w="163407" h="1884680">
                  <a:moveTo>
                    <a:pt x="0" y="0"/>
                  </a:moveTo>
                  <a:cubicBezTo>
                    <a:pt x="6985" y="13335"/>
                    <a:pt x="25400" y="43180"/>
                    <a:pt x="36195" y="72390"/>
                  </a:cubicBezTo>
                  <a:cubicBezTo>
                    <a:pt x="46990" y="101600"/>
                    <a:pt x="47625" y="112395"/>
                    <a:pt x="54610" y="144780"/>
                  </a:cubicBezTo>
                  <a:cubicBezTo>
                    <a:pt x="61595" y="177165"/>
                    <a:pt x="67310" y="202565"/>
                    <a:pt x="72390" y="234950"/>
                  </a:cubicBezTo>
                  <a:cubicBezTo>
                    <a:pt x="77470" y="267335"/>
                    <a:pt x="75565" y="278130"/>
                    <a:pt x="81280" y="306705"/>
                  </a:cubicBezTo>
                  <a:cubicBezTo>
                    <a:pt x="86995" y="335280"/>
                    <a:pt x="95885" y="350520"/>
                    <a:pt x="99695" y="379095"/>
                  </a:cubicBezTo>
                  <a:cubicBezTo>
                    <a:pt x="103505" y="407670"/>
                    <a:pt x="97790" y="420370"/>
                    <a:pt x="99695" y="450850"/>
                  </a:cubicBezTo>
                  <a:cubicBezTo>
                    <a:pt x="101600" y="481330"/>
                    <a:pt x="104775" y="499745"/>
                    <a:pt x="108585" y="532130"/>
                  </a:cubicBezTo>
                  <a:cubicBezTo>
                    <a:pt x="112395" y="564515"/>
                    <a:pt x="113665" y="581025"/>
                    <a:pt x="117475" y="613410"/>
                  </a:cubicBezTo>
                  <a:cubicBezTo>
                    <a:pt x="121285" y="645795"/>
                    <a:pt x="120650" y="662305"/>
                    <a:pt x="126365" y="694690"/>
                  </a:cubicBezTo>
                  <a:cubicBezTo>
                    <a:pt x="132080" y="727075"/>
                    <a:pt x="139065" y="743585"/>
                    <a:pt x="144780" y="775970"/>
                  </a:cubicBezTo>
                  <a:cubicBezTo>
                    <a:pt x="150495" y="808355"/>
                    <a:pt x="151765" y="822960"/>
                    <a:pt x="153670" y="857250"/>
                  </a:cubicBezTo>
                  <a:cubicBezTo>
                    <a:pt x="155575" y="891540"/>
                    <a:pt x="153670" y="911225"/>
                    <a:pt x="153670" y="947420"/>
                  </a:cubicBezTo>
                  <a:cubicBezTo>
                    <a:pt x="153670" y="983615"/>
                    <a:pt x="151765" y="1003300"/>
                    <a:pt x="153670" y="1037590"/>
                  </a:cubicBezTo>
                  <a:cubicBezTo>
                    <a:pt x="155575" y="1071880"/>
                    <a:pt x="160655" y="1083945"/>
                    <a:pt x="162560" y="1118235"/>
                  </a:cubicBezTo>
                  <a:cubicBezTo>
                    <a:pt x="164465" y="1152525"/>
                    <a:pt x="162560" y="1174115"/>
                    <a:pt x="162560" y="1208405"/>
                  </a:cubicBezTo>
                  <a:cubicBezTo>
                    <a:pt x="162560" y="1242695"/>
                    <a:pt x="162560" y="1255395"/>
                    <a:pt x="162560" y="1289685"/>
                  </a:cubicBezTo>
                  <a:cubicBezTo>
                    <a:pt x="162560" y="1323975"/>
                    <a:pt x="164465" y="1347470"/>
                    <a:pt x="162560" y="1379855"/>
                  </a:cubicBezTo>
                  <a:cubicBezTo>
                    <a:pt x="160655" y="1412240"/>
                    <a:pt x="157480" y="1423670"/>
                    <a:pt x="153670" y="1452245"/>
                  </a:cubicBezTo>
                  <a:cubicBezTo>
                    <a:pt x="149860" y="1480820"/>
                    <a:pt x="146685" y="1495425"/>
                    <a:pt x="144780" y="1524000"/>
                  </a:cubicBezTo>
                  <a:cubicBezTo>
                    <a:pt x="142875" y="1552575"/>
                    <a:pt x="151765" y="1567180"/>
                    <a:pt x="144780" y="1596390"/>
                  </a:cubicBezTo>
                  <a:cubicBezTo>
                    <a:pt x="137795" y="1625600"/>
                    <a:pt x="121285" y="1640205"/>
                    <a:pt x="108585" y="1668780"/>
                  </a:cubicBezTo>
                  <a:cubicBezTo>
                    <a:pt x="95885" y="1697355"/>
                    <a:pt x="90170" y="1711960"/>
                    <a:pt x="81280" y="1740535"/>
                  </a:cubicBezTo>
                  <a:cubicBezTo>
                    <a:pt x="72390" y="1769110"/>
                    <a:pt x="70485" y="1784350"/>
                    <a:pt x="63500" y="1812925"/>
                  </a:cubicBezTo>
                  <a:cubicBezTo>
                    <a:pt x="56515" y="1841500"/>
                    <a:pt x="48260" y="1871980"/>
                    <a:pt x="45085" y="188468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6988175" y="1940560"/>
              <a:ext cx="497840" cy="1992630"/>
            </a:xfrm>
            <a:custGeom>
              <a:avLst/>
              <a:gdLst>
                <a:gd name="connisteX0" fmla="*/ 0 w 497628"/>
                <a:gd name="connsiteY0" fmla="*/ 0 h 1992630"/>
                <a:gd name="connisteX1" fmla="*/ 45085 w 497628"/>
                <a:gd name="connsiteY1" fmla="*/ 71755 h 1992630"/>
                <a:gd name="connisteX2" fmla="*/ 126365 w 497628"/>
                <a:gd name="connsiteY2" fmla="*/ 189230 h 1992630"/>
                <a:gd name="connisteX3" fmla="*/ 198755 w 497628"/>
                <a:gd name="connsiteY3" fmla="*/ 270510 h 1992630"/>
                <a:gd name="connisteX4" fmla="*/ 261620 w 497628"/>
                <a:gd name="connsiteY4" fmla="*/ 342265 h 1992630"/>
                <a:gd name="connisteX5" fmla="*/ 315595 w 497628"/>
                <a:gd name="connsiteY5" fmla="*/ 423545 h 1992630"/>
                <a:gd name="connisteX6" fmla="*/ 360680 w 497628"/>
                <a:gd name="connsiteY6" fmla="*/ 495935 h 1992630"/>
                <a:gd name="connisteX7" fmla="*/ 387985 w 497628"/>
                <a:gd name="connsiteY7" fmla="*/ 567690 h 1992630"/>
                <a:gd name="connisteX8" fmla="*/ 415290 w 497628"/>
                <a:gd name="connsiteY8" fmla="*/ 640080 h 1992630"/>
                <a:gd name="connisteX9" fmla="*/ 441960 w 497628"/>
                <a:gd name="connsiteY9" fmla="*/ 730250 h 1992630"/>
                <a:gd name="connisteX10" fmla="*/ 469265 w 497628"/>
                <a:gd name="connsiteY10" fmla="*/ 820420 h 1992630"/>
                <a:gd name="connisteX11" fmla="*/ 487045 w 497628"/>
                <a:gd name="connsiteY11" fmla="*/ 910590 h 1992630"/>
                <a:gd name="connisteX12" fmla="*/ 487045 w 497628"/>
                <a:gd name="connsiteY12" fmla="*/ 982980 h 1992630"/>
                <a:gd name="connisteX13" fmla="*/ 495935 w 497628"/>
                <a:gd name="connsiteY13" fmla="*/ 1054735 h 1992630"/>
                <a:gd name="connisteX14" fmla="*/ 495935 w 497628"/>
                <a:gd name="connsiteY14" fmla="*/ 1127125 h 1992630"/>
                <a:gd name="connisteX15" fmla="*/ 495935 w 497628"/>
                <a:gd name="connsiteY15" fmla="*/ 1217295 h 1992630"/>
                <a:gd name="connisteX16" fmla="*/ 478155 w 497628"/>
                <a:gd name="connsiteY16" fmla="*/ 1298575 h 1992630"/>
                <a:gd name="connisteX17" fmla="*/ 460375 w 497628"/>
                <a:gd name="connsiteY17" fmla="*/ 1379855 h 1992630"/>
                <a:gd name="connisteX18" fmla="*/ 441960 w 497628"/>
                <a:gd name="connsiteY18" fmla="*/ 1451610 h 1992630"/>
                <a:gd name="connisteX19" fmla="*/ 424180 w 497628"/>
                <a:gd name="connsiteY19" fmla="*/ 1532890 h 1992630"/>
                <a:gd name="connisteX20" fmla="*/ 379095 w 497628"/>
                <a:gd name="connsiteY20" fmla="*/ 1623060 h 1992630"/>
                <a:gd name="connisteX21" fmla="*/ 324485 w 497628"/>
                <a:gd name="connsiteY21" fmla="*/ 1713230 h 1992630"/>
                <a:gd name="connisteX22" fmla="*/ 261620 w 497628"/>
                <a:gd name="connsiteY22" fmla="*/ 1794510 h 1992630"/>
                <a:gd name="connisteX23" fmla="*/ 189230 w 497628"/>
                <a:gd name="connsiteY23" fmla="*/ 1857375 h 1992630"/>
                <a:gd name="connisteX24" fmla="*/ 126365 w 497628"/>
                <a:gd name="connsiteY24" fmla="*/ 1929765 h 1992630"/>
                <a:gd name="connisteX25" fmla="*/ 53975 w 497628"/>
                <a:gd name="connsiteY25" fmla="*/ 1992630 h 19926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</a:cxnLst>
              <a:rect l="l" t="t" r="r" b="b"/>
              <a:pathLst>
                <a:path w="497628" h="1992630">
                  <a:moveTo>
                    <a:pt x="0" y="0"/>
                  </a:moveTo>
                  <a:cubicBezTo>
                    <a:pt x="7620" y="12065"/>
                    <a:pt x="19685" y="33655"/>
                    <a:pt x="45085" y="71755"/>
                  </a:cubicBezTo>
                  <a:cubicBezTo>
                    <a:pt x="70485" y="109855"/>
                    <a:pt x="95885" y="149225"/>
                    <a:pt x="126365" y="189230"/>
                  </a:cubicBezTo>
                  <a:cubicBezTo>
                    <a:pt x="156845" y="229235"/>
                    <a:pt x="171450" y="240030"/>
                    <a:pt x="198755" y="270510"/>
                  </a:cubicBezTo>
                  <a:cubicBezTo>
                    <a:pt x="226060" y="300990"/>
                    <a:pt x="238125" y="311785"/>
                    <a:pt x="261620" y="342265"/>
                  </a:cubicBezTo>
                  <a:cubicBezTo>
                    <a:pt x="285115" y="372745"/>
                    <a:pt x="295910" y="393065"/>
                    <a:pt x="315595" y="423545"/>
                  </a:cubicBezTo>
                  <a:cubicBezTo>
                    <a:pt x="335280" y="454025"/>
                    <a:pt x="346075" y="467360"/>
                    <a:pt x="360680" y="495935"/>
                  </a:cubicBezTo>
                  <a:cubicBezTo>
                    <a:pt x="375285" y="524510"/>
                    <a:pt x="377190" y="539115"/>
                    <a:pt x="387985" y="567690"/>
                  </a:cubicBezTo>
                  <a:cubicBezTo>
                    <a:pt x="398780" y="596265"/>
                    <a:pt x="404495" y="607695"/>
                    <a:pt x="415290" y="640080"/>
                  </a:cubicBezTo>
                  <a:cubicBezTo>
                    <a:pt x="426085" y="672465"/>
                    <a:pt x="431165" y="694055"/>
                    <a:pt x="441960" y="730250"/>
                  </a:cubicBezTo>
                  <a:cubicBezTo>
                    <a:pt x="452755" y="766445"/>
                    <a:pt x="460375" y="784225"/>
                    <a:pt x="469265" y="820420"/>
                  </a:cubicBezTo>
                  <a:cubicBezTo>
                    <a:pt x="478155" y="856615"/>
                    <a:pt x="483235" y="878205"/>
                    <a:pt x="487045" y="910590"/>
                  </a:cubicBezTo>
                  <a:cubicBezTo>
                    <a:pt x="490855" y="942975"/>
                    <a:pt x="485140" y="954405"/>
                    <a:pt x="487045" y="982980"/>
                  </a:cubicBezTo>
                  <a:cubicBezTo>
                    <a:pt x="488950" y="1011555"/>
                    <a:pt x="494030" y="1026160"/>
                    <a:pt x="495935" y="1054735"/>
                  </a:cubicBezTo>
                  <a:cubicBezTo>
                    <a:pt x="497840" y="1083310"/>
                    <a:pt x="495935" y="1094740"/>
                    <a:pt x="495935" y="1127125"/>
                  </a:cubicBezTo>
                  <a:cubicBezTo>
                    <a:pt x="495935" y="1159510"/>
                    <a:pt x="499745" y="1183005"/>
                    <a:pt x="495935" y="1217295"/>
                  </a:cubicBezTo>
                  <a:cubicBezTo>
                    <a:pt x="492125" y="1251585"/>
                    <a:pt x="485140" y="1266190"/>
                    <a:pt x="478155" y="1298575"/>
                  </a:cubicBezTo>
                  <a:cubicBezTo>
                    <a:pt x="471170" y="1330960"/>
                    <a:pt x="467360" y="1349375"/>
                    <a:pt x="460375" y="1379855"/>
                  </a:cubicBezTo>
                  <a:cubicBezTo>
                    <a:pt x="453390" y="1410335"/>
                    <a:pt x="448945" y="1421130"/>
                    <a:pt x="441960" y="1451610"/>
                  </a:cubicBezTo>
                  <a:cubicBezTo>
                    <a:pt x="434975" y="1482090"/>
                    <a:pt x="436880" y="1498600"/>
                    <a:pt x="424180" y="1532890"/>
                  </a:cubicBezTo>
                  <a:cubicBezTo>
                    <a:pt x="411480" y="1567180"/>
                    <a:pt x="398780" y="1586865"/>
                    <a:pt x="379095" y="1623060"/>
                  </a:cubicBezTo>
                  <a:cubicBezTo>
                    <a:pt x="359410" y="1659255"/>
                    <a:pt x="347980" y="1678940"/>
                    <a:pt x="324485" y="1713230"/>
                  </a:cubicBezTo>
                  <a:cubicBezTo>
                    <a:pt x="300990" y="1747520"/>
                    <a:pt x="288925" y="1765935"/>
                    <a:pt x="261620" y="1794510"/>
                  </a:cubicBezTo>
                  <a:cubicBezTo>
                    <a:pt x="234315" y="1823085"/>
                    <a:pt x="216535" y="1830070"/>
                    <a:pt x="189230" y="1857375"/>
                  </a:cubicBezTo>
                  <a:cubicBezTo>
                    <a:pt x="161925" y="1884680"/>
                    <a:pt x="153670" y="1902460"/>
                    <a:pt x="126365" y="1929765"/>
                  </a:cubicBezTo>
                  <a:cubicBezTo>
                    <a:pt x="99060" y="1957070"/>
                    <a:pt x="67310" y="1981200"/>
                    <a:pt x="53975" y="199263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矩形 27"/>
          <p:cNvSpPr/>
          <p:nvPr/>
        </p:nvSpPr>
        <p:spPr>
          <a:xfrm>
            <a:off x="8689340" y="2324100"/>
            <a:ext cx="1496060" cy="160274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3C5EB90F-7785-4F57-8D8C-3EF8DE6C1BEC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884364733"/>
              </p:ext>
            </p:extLst>
          </p:nvPr>
        </p:nvGraphicFramePr>
        <p:xfrm>
          <a:off x="9115742" y="5096510"/>
          <a:ext cx="1149350" cy="829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135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168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252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285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3664CA21-473E-5551-D5E3-15F2875D5172}"/>
                  </a:ext>
                </a:extLst>
              </p14:cNvPr>
              <p14:cNvContentPartPr/>
              <p14:nvPr/>
            </p14:nvContentPartPr>
            <p14:xfrm>
              <a:off x="1523880" y="235080"/>
              <a:ext cx="10077840" cy="547380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3664CA21-473E-5551-D5E3-15F2875D517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14520" y="225720"/>
                <a:ext cx="10096560" cy="549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98958 0 " pathEditMode="relative" ptsTypes="">
                                      <p:cBhvr>
                                        <p:cTn id="4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192708 0.0709259 " pathEditMode="relative" ptsTypes="">
                                      <p:cBhvr>
                                        <p:cTn id="4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70312 0.0778704 " pathEditMode="relative" ptsTypes="">
                                      <p:cBhvr>
                                        <p:cTn id="5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5" grpId="1"/>
      <p:bldP spid="16" grpId="0"/>
      <p:bldP spid="17" grpId="0"/>
      <p:bldP spid="18" grpId="0"/>
      <p:bldP spid="19" grpId="0"/>
      <p:bldP spid="19" grpId="1"/>
      <p:bldP spid="20" grpId="0"/>
      <p:bldP spid="20" grpId="1"/>
      <p:bldP spid="25" grpId="1" animBg="1"/>
      <p:bldP spid="26" grpId="1" animBg="1"/>
      <p:bldP spid="27" grpId="1" animBg="1"/>
      <p:bldP spid="28" grpId="0" animBg="1"/>
      <p:bldP spid="28" grpId="1" animBg="1"/>
      <p:bldP spid="28" grpId="2" animBg="1"/>
      <p:bldP spid="28" grpId="3" animBg="1"/>
      <p:bldP spid="28" grpId="4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0367" y="293606"/>
            <a:ext cx="741287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180" dirty="0">
                <a:latin typeface="PMingLiU"/>
                <a:cs typeface="PMingLiU"/>
              </a:rPr>
              <a:t>4.1</a:t>
            </a:r>
            <a:endParaRPr sz="2795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6348" y="293606"/>
            <a:ext cx="735284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-45" dirty="0">
                <a:latin typeface="PMingLiU"/>
                <a:cs typeface="PMingLiU"/>
              </a:rPr>
              <a:t>卷积</a:t>
            </a:r>
            <a:endParaRPr sz="2795">
              <a:latin typeface="PMingLiU"/>
              <a:cs typeface="PMingLiU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6265" y="1537815"/>
            <a:ext cx="10625142" cy="3829314"/>
            <a:chOff x="1121663" y="1539239"/>
            <a:chExt cx="10634980" cy="38328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1663" y="1539239"/>
              <a:ext cx="3307079" cy="1859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6796" y="1577339"/>
              <a:ext cx="1623059" cy="37947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1604" y="1539239"/>
              <a:ext cx="3494532" cy="35021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100216" y="3631757"/>
            <a:ext cx="938931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5" dirty="0">
                <a:latin typeface="宋体"/>
                <a:cs typeface="宋体"/>
              </a:rPr>
              <a:t>一维卷积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07435" y="5585266"/>
            <a:ext cx="938931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5" dirty="0">
                <a:latin typeface="宋体"/>
                <a:cs typeface="宋体"/>
              </a:rPr>
              <a:t>二维卷积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5659" y="6594135"/>
            <a:ext cx="3734152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 panose="020B0604020202090204"/>
                <a:cs typeface="Arial" panose="020B0604020202090204"/>
              </a:rPr>
              <a:t>[1]https:/</a:t>
            </a:r>
            <a:r>
              <a:rPr sz="1200" spc="-10" dirty="0">
                <a:latin typeface="Arial" panose="020B0604020202090204"/>
                <a:cs typeface="Arial" panose="020B0604020202090204"/>
                <a:hlinkClick r:id="rId5"/>
              </a:rPr>
              <a:t>/www.cnblogs.com/sevenyuan/p/7810755.html</a:t>
            </a:r>
            <a:endParaRPr sz="12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CA4F3AE7-9841-4E83-AF5F-177D1F8D0E8B}"/>
              </a:ext>
            </a:extLst>
          </p:cNvPr>
          <p:cNvSpPr txBox="1"/>
          <p:nvPr/>
        </p:nvSpPr>
        <p:spPr>
          <a:xfrm>
            <a:off x="1204595" y="6059805"/>
            <a:ext cx="6837680" cy="38100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卷积核</a:t>
            </a:r>
            <a:r>
              <a:rPr lang="zh-CN" sz="2400" dirty="0">
                <a:latin typeface="宋体"/>
                <a:cs typeface="宋体"/>
              </a:rPr>
              <a:t>（</a:t>
            </a:r>
            <a:r>
              <a:rPr lang="en-US" altLang="zh-CN" sz="2400" dirty="0">
                <a:latin typeface="宋体"/>
                <a:cs typeface="宋体"/>
              </a:rPr>
              <a:t>kernel</a:t>
            </a:r>
            <a:r>
              <a:rPr lang="zh-CN" sz="2400" dirty="0">
                <a:latin typeface="宋体"/>
                <a:cs typeface="宋体"/>
              </a:rPr>
              <a:t>），也被称为</a:t>
            </a:r>
            <a:r>
              <a:rPr sz="2400" dirty="0">
                <a:latin typeface="宋体"/>
                <a:cs typeface="宋体"/>
              </a:rPr>
              <a:t>滤波器、算子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0367" y="293606"/>
            <a:ext cx="710551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180" dirty="0">
                <a:latin typeface="PMingLiU"/>
                <a:cs typeface="PMingLiU"/>
              </a:rPr>
              <a:t>4.1</a:t>
            </a:r>
            <a:endParaRPr sz="2795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6348" y="293606"/>
            <a:ext cx="735284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-45" dirty="0">
                <a:latin typeface="PMingLiU"/>
                <a:cs typeface="PMingLiU"/>
              </a:rPr>
              <a:t>卷积</a:t>
            </a:r>
            <a:endParaRPr sz="2795" dirty="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4629" y="900291"/>
            <a:ext cx="3375709" cy="38100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卷积</a:t>
            </a:r>
            <a:r>
              <a:rPr lang="zh-CN" sz="2400" spc="-2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的边界处理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32825" y="4326890"/>
            <a:ext cx="2159635" cy="288925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1800" spc="-30" dirty="0">
                <a:latin typeface="宋体"/>
                <a:cs typeface="宋体"/>
              </a:rPr>
              <a:t>边缘</a:t>
            </a:r>
            <a:r>
              <a:rPr lang="zh-CN" sz="1800" spc="-30" dirty="0">
                <a:latin typeface="宋体"/>
                <a:cs typeface="宋体"/>
              </a:rPr>
              <a:t>填充（</a:t>
            </a:r>
            <a:r>
              <a:rPr lang="en-US" altLang="zh-CN" sz="1800" spc="-30" dirty="0">
                <a:latin typeface="宋体"/>
                <a:cs typeface="宋体"/>
              </a:rPr>
              <a:t>padding</a:t>
            </a:r>
            <a:r>
              <a:rPr lang="zh-CN" sz="1800" spc="-30" dirty="0">
                <a:latin typeface="宋体"/>
                <a:cs typeface="宋体"/>
              </a:rPr>
              <a:t>）</a:t>
            </a:r>
          </a:p>
        </p:txBody>
      </p:sp>
      <p:pic>
        <p:nvPicPr>
          <p:cNvPr id="12" name="object 6"/>
          <p:cNvPicPr/>
          <p:nvPr>
            <p:custDataLst>
              <p:tags r:id="rId1"/>
            </p:custDataLst>
          </p:nvPr>
        </p:nvPicPr>
        <p:blipFill>
          <a:blip r:embed="rId6" cstate="print"/>
          <a:srcRect b="56432"/>
          <a:stretch>
            <a:fillRect/>
          </a:stretch>
        </p:blipFill>
        <p:spPr>
          <a:xfrm>
            <a:off x="3449955" y="2016125"/>
            <a:ext cx="1621790" cy="1651635"/>
          </a:xfrm>
          <a:prstGeom prst="rect">
            <a:avLst/>
          </a:prstGeom>
        </p:spPr>
      </p:pic>
      <p:pic>
        <p:nvPicPr>
          <p:cNvPr id="13" name="object 7"/>
          <p:cNvPicPr/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847725" y="1760855"/>
            <a:ext cx="2049145" cy="2162175"/>
          </a:xfrm>
          <a:prstGeom prst="rect">
            <a:avLst/>
          </a:prstGeom>
        </p:spPr>
      </p:pic>
      <p:graphicFrame>
        <p:nvGraphicFramePr>
          <p:cNvPr id="29" name="表格 28"/>
          <p:cNvGraphicFramePr/>
          <p:nvPr>
            <p:custDataLst>
              <p:tags r:id="rId3"/>
            </p:custDataLst>
          </p:nvPr>
        </p:nvGraphicFramePr>
        <p:xfrm>
          <a:off x="5438775" y="2504440"/>
          <a:ext cx="1149350" cy="829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135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168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252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285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3007995" y="2658110"/>
            <a:ext cx="330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*</a:t>
            </a: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5071745" y="2658110"/>
            <a:ext cx="330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=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159510" y="4326890"/>
            <a:ext cx="1490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4*4 → 2*2</a:t>
            </a:r>
          </a:p>
          <a:p>
            <a:r>
              <a:rPr lang="en-US" altLang="zh-CN" dirty="0">
                <a:sym typeface="+mn-ea"/>
              </a:rPr>
              <a:t>6*6 → 4*4</a:t>
            </a:r>
            <a:endParaRPr lang="en-US" altLang="zh-CN" dirty="0"/>
          </a:p>
        </p:txBody>
      </p:sp>
      <p:graphicFrame>
        <p:nvGraphicFramePr>
          <p:cNvPr id="17" name="表格 16"/>
          <p:cNvGraphicFramePr/>
          <p:nvPr/>
        </p:nvGraphicFramePr>
        <p:xfrm>
          <a:off x="8632825" y="1818640"/>
          <a:ext cx="2160000" cy="220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</a:p>
                  </a:txBody>
                  <a:tcPr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FBBE164-4D3D-4F57-8D36-8375DE5F7DEC}"/>
                  </a:ext>
                </a:extLst>
              </p14:cNvPr>
              <p14:cNvContentPartPr/>
              <p14:nvPr/>
            </p14:nvContentPartPr>
            <p14:xfrm>
              <a:off x="495360" y="1701720"/>
              <a:ext cx="10471320" cy="50803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FBBE164-4D3D-4F57-8D36-8375DE5F7D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6000" y="1692360"/>
                <a:ext cx="10490040" cy="5099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064" y="805427"/>
            <a:ext cx="10505872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  <a:tabLst>
                <a:tab pos="1323340" algn="l"/>
              </a:tabLst>
            </a:pPr>
            <a:r>
              <a:rPr sz="2800" spc="335" dirty="0">
                <a:latin typeface="宋体" panose="02010600030101010101" pitchFamily="2" charset="-122"/>
                <a:ea typeface="宋体" panose="02010600030101010101" pitchFamily="2" charset="-122"/>
              </a:rPr>
              <a:t>4.2</a:t>
            </a:r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sz="2800" spc="-40" dirty="0" err="1">
                <a:latin typeface="宋体" panose="02010600030101010101" pitchFamily="2" charset="-122"/>
                <a:ea typeface="宋体" panose="02010600030101010101" pitchFamily="2" charset="-122"/>
              </a:rPr>
              <a:t>均值</a:t>
            </a:r>
            <a:r>
              <a:rPr lang="zh-CN" altLang="en-US" sz="2800" spc="-40" dirty="0">
                <a:latin typeface="宋体" panose="02010600030101010101" pitchFamily="2" charset="-122"/>
                <a:ea typeface="宋体" panose="02010600030101010101" pitchFamily="2" charset="-122"/>
              </a:rPr>
              <a:t>滤波</a:t>
            </a:r>
            <a:endParaRPr sz="2800" spc="-4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025" y="2142490"/>
            <a:ext cx="3007360" cy="17278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41970" y="1925320"/>
            <a:ext cx="2047875" cy="21621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12368" y="3917045"/>
            <a:ext cx="1167319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宋体"/>
                <a:cs typeface="宋体"/>
              </a:rPr>
              <a:t>均值卷积核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17210" y="4143375"/>
            <a:ext cx="2047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pc="-10" dirty="0">
                <a:latin typeface="宋体"/>
                <a:cs typeface="宋体"/>
                <a:sym typeface="+mn-ea"/>
              </a:rPr>
              <a:t>3*3</a:t>
            </a:r>
            <a:r>
              <a:rPr lang="zh-CN" altLang="en-US" spc="-10" dirty="0">
                <a:latin typeface="宋体"/>
                <a:cs typeface="宋体"/>
                <a:sym typeface="+mn-ea"/>
              </a:rPr>
              <a:t>的</a:t>
            </a:r>
            <a:r>
              <a:rPr spc="-10" dirty="0">
                <a:latin typeface="宋体"/>
                <a:cs typeface="宋体"/>
                <a:sym typeface="+mn-ea"/>
              </a:rPr>
              <a:t>均值卷积核</a:t>
            </a:r>
            <a:endParaRPr lang="zh-CN" altLang="en-US" spc="-10" dirty="0">
              <a:latin typeface="宋体"/>
              <a:cs typeface="宋体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/>
              <p:cNvGraphicFramePr/>
              <p:nvPr>
                <p:custDataLst>
                  <p:tags r:id="rId1"/>
                </p:custDataLst>
              </p:nvPr>
            </p:nvGraphicFramePr>
            <p:xfrm>
              <a:off x="5712460" y="2142490"/>
              <a:ext cx="1857525" cy="18327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91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9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19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91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solidFill>
                          <a:srgbClr val="B4C6E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solidFill>
                          <a:srgbClr val="B4C6E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solidFill>
                          <a:srgbClr val="B4C6E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solidFill>
                          <a:srgbClr val="B4C6E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solidFill>
                          <a:srgbClr val="B4C6E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solidFill>
                          <a:srgbClr val="B4C6E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solidFill>
                          <a:srgbClr val="B4C6E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solidFill>
                          <a:srgbClr val="B4C6E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solidFill>
                          <a:srgbClr val="B4C6E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/>
              <p:cNvGraphicFramePr/>
              <p:nvPr>
                <p:custDataLst>
                  <p:tags r:id="rId5"/>
                </p:custDataLst>
              </p:nvPr>
            </p:nvGraphicFramePr>
            <p:xfrm>
              <a:off x="5712460" y="2142490"/>
              <a:ext cx="1857525" cy="18327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91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9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19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91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980" t="-980" r="-200980" b="-1980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980" t="-980" r="-102970" b="-1980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980" r="-1961" b="-1980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980" t="-103000" r="-200980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980" t="-103000" r="-102970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103000" r="-1961" b="-1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980" t="-203000" r="-200980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1980" t="-203000" r="-102970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203000" r="-1961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27316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064" y="805427"/>
            <a:ext cx="10505872" cy="443059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  <a:tabLst>
                <a:tab pos="1323340" algn="l"/>
              </a:tabLst>
            </a:pPr>
            <a:r>
              <a:rPr sz="2800" spc="335" dirty="0">
                <a:latin typeface="宋体" panose="02010600030101010101" pitchFamily="2" charset="-122"/>
                <a:ea typeface="宋体" panose="02010600030101010101" pitchFamily="2" charset="-122"/>
              </a:rPr>
              <a:t>4.2</a:t>
            </a:r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sz="2800" spc="-40" dirty="0" err="1">
                <a:latin typeface="宋体" panose="02010600030101010101" pitchFamily="2" charset="-122"/>
                <a:ea typeface="宋体" panose="02010600030101010101" pitchFamily="2" charset="-122"/>
              </a:rPr>
              <a:t>均值</a:t>
            </a:r>
            <a:r>
              <a:rPr lang="zh-CN" altLang="en-US" sz="2800" spc="-40" dirty="0">
                <a:latin typeface="宋体" panose="02010600030101010101" pitchFamily="2" charset="-122"/>
                <a:ea typeface="宋体" panose="02010600030101010101" pitchFamily="2" charset="-122"/>
              </a:rPr>
              <a:t>滤波</a:t>
            </a:r>
            <a:endParaRPr sz="2800" spc="-4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94483" y="1399260"/>
            <a:ext cx="6474180" cy="4616620"/>
            <a:chOff x="2991611" y="1400555"/>
            <a:chExt cx="6480175" cy="4620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1611" y="1400555"/>
              <a:ext cx="6480047" cy="21610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1611" y="3861816"/>
              <a:ext cx="6480047" cy="215950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25455" y="2341870"/>
            <a:ext cx="1042974" cy="330529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15" dirty="0">
                <a:latin typeface="宋体"/>
                <a:cs typeface="宋体"/>
              </a:rPr>
              <a:t>高斯噪声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5455" y="4615732"/>
            <a:ext cx="1042974" cy="33052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5" dirty="0">
                <a:latin typeface="宋体"/>
                <a:cs typeface="宋体"/>
              </a:rPr>
              <a:t>椒盐噪声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19A8880E-9407-4ED6-99CA-87295FEEECA4}"/>
              </a:ext>
            </a:extLst>
          </p:cNvPr>
          <p:cNvSpPr txBox="1"/>
          <p:nvPr/>
        </p:nvSpPr>
        <p:spPr>
          <a:xfrm>
            <a:off x="3641786" y="6150440"/>
            <a:ext cx="1042974" cy="33052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zh-CN" altLang="en-US" sz="2000" spc="-15" dirty="0">
                <a:latin typeface="宋体"/>
                <a:cs typeface="宋体"/>
              </a:rPr>
              <a:t>原图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E1C8810-4159-4EDA-9541-732FA519BF44}"/>
              </a:ext>
            </a:extLst>
          </p:cNvPr>
          <p:cNvSpPr txBox="1"/>
          <p:nvPr/>
        </p:nvSpPr>
        <p:spPr>
          <a:xfrm>
            <a:off x="5710022" y="6150440"/>
            <a:ext cx="1042974" cy="32058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zh-CN" altLang="en-US" sz="2000" spc="-15" dirty="0">
                <a:latin typeface="宋体"/>
                <a:cs typeface="宋体"/>
              </a:rPr>
              <a:t>噪声图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330D7FF9-EF18-44B9-B0C9-899105F0D069}"/>
              </a:ext>
            </a:extLst>
          </p:cNvPr>
          <p:cNvSpPr txBox="1"/>
          <p:nvPr/>
        </p:nvSpPr>
        <p:spPr>
          <a:xfrm>
            <a:off x="7507241" y="6140499"/>
            <a:ext cx="1828347" cy="32058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zh-CN" altLang="en-US" sz="2000" spc="-15" dirty="0">
                <a:latin typeface="宋体"/>
                <a:cs typeface="宋体"/>
              </a:rPr>
              <a:t>滤波后的结果</a:t>
            </a:r>
            <a:endParaRPr sz="2000" dirty="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6A9E1E1D-0596-5845-CF69-0603C19C21D8}"/>
                  </a:ext>
                </a:extLst>
              </p14:cNvPr>
              <p14:cNvContentPartPr/>
              <p14:nvPr/>
            </p14:nvContentPartPr>
            <p14:xfrm>
              <a:off x="5479920" y="933480"/>
              <a:ext cx="2921400" cy="45108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6A9E1E1D-0596-5845-CF69-0603C19C21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70560" y="924120"/>
                <a:ext cx="2940120" cy="46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222" y="676783"/>
            <a:ext cx="2745103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312545" algn="l"/>
              </a:tabLst>
            </a:pPr>
            <a:r>
              <a:rPr sz="2795" spc="310" dirty="0">
                <a:latin typeface="PMingLiU"/>
                <a:cs typeface="PMingLiU"/>
              </a:rPr>
              <a:t>4.3</a:t>
            </a:r>
            <a:r>
              <a:rPr sz="2795" dirty="0">
                <a:latin typeface="PMingLiU"/>
                <a:cs typeface="PMingLiU"/>
              </a:rPr>
              <a:t>	</a:t>
            </a:r>
            <a:r>
              <a:rPr sz="2795" spc="-40" dirty="0">
                <a:latin typeface="PMingLiU"/>
                <a:cs typeface="PMingLiU"/>
              </a:rPr>
              <a:t>中值滤波</a:t>
            </a:r>
            <a:endParaRPr sz="2795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9592" y="1474742"/>
            <a:ext cx="4462780" cy="320040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1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指定</a:t>
            </a:r>
            <a:r>
              <a:rPr lang="zh-CN" sz="2000" spc="-1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邻域</a:t>
            </a:r>
            <a:r>
              <a:rPr sz="2000" spc="-1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，取中值。</a:t>
            </a:r>
            <a:r>
              <a:rPr lang="zh-CN" sz="2000" spc="-1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中值就是中位数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3322" y="2313820"/>
            <a:ext cx="2049405" cy="2162078"/>
          </a:xfrm>
          <a:prstGeom prst="rect">
            <a:avLst/>
          </a:prstGeom>
        </p:spPr>
      </p:pic>
      <p:sp>
        <p:nvSpPr>
          <p:cNvPr id="28" name="矩形 27"/>
          <p:cNvSpPr/>
          <p:nvPr>
            <p:custDataLst>
              <p:tags r:id="rId1"/>
            </p:custDataLst>
          </p:nvPr>
        </p:nvSpPr>
        <p:spPr>
          <a:xfrm>
            <a:off x="2307862" y="2371997"/>
            <a:ext cx="1496060" cy="160274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048522" y="2468517"/>
            <a:ext cx="44627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 spc="-15" dirty="0">
                <a:latin typeface="宋体"/>
                <a:cs typeface="宋体"/>
              </a:rPr>
              <a:t>例如取3*3的卷积核，</a:t>
            </a:r>
          </a:p>
          <a:p>
            <a:r>
              <a:rPr sz="2000" spc="-15" dirty="0">
                <a:latin typeface="宋体"/>
                <a:cs typeface="宋体"/>
              </a:rPr>
              <a:t>则邻域内的数字有1,1,2,1,1,2,4,5,6</a:t>
            </a:r>
          </a:p>
          <a:p>
            <a:r>
              <a:rPr sz="2000" spc="-15" dirty="0">
                <a:latin typeface="宋体"/>
                <a:cs typeface="宋体"/>
              </a:rPr>
              <a:t>按顺序排列：1,1,1,1,2,2,4,5,6</a:t>
            </a:r>
          </a:p>
          <a:p>
            <a:r>
              <a:rPr sz="2000" spc="-15" dirty="0">
                <a:latin typeface="宋体"/>
                <a:cs typeface="宋体"/>
              </a:rPr>
              <a:t>可知中位数是2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3567AB0-B783-A6AF-22B6-2D461C9E5174}"/>
                  </a:ext>
                </a:extLst>
              </p14:cNvPr>
              <p14:cNvContentPartPr/>
              <p14:nvPr/>
            </p14:nvContentPartPr>
            <p14:xfrm>
              <a:off x="2133720" y="1816200"/>
              <a:ext cx="5696280" cy="35434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3567AB0-B783-A6AF-22B6-2D461C9E51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24360" y="1806840"/>
                <a:ext cx="5715000" cy="356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064" y="805977"/>
            <a:ext cx="10505872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12545" algn="l"/>
              </a:tabLst>
            </a:pPr>
            <a:r>
              <a:rPr sz="2795" spc="310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4.3	中值滤波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89866" y="1814927"/>
            <a:ext cx="6474180" cy="4706707"/>
            <a:chOff x="3287267" y="1816607"/>
            <a:chExt cx="6480175" cy="4711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7267" y="1816607"/>
              <a:ext cx="6480047" cy="21595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7267" y="4367783"/>
              <a:ext cx="6480047" cy="215950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25455" y="2586876"/>
            <a:ext cx="2314337" cy="321230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12700">
              <a:spcBef>
                <a:spcPts val="5"/>
              </a:spcBef>
            </a:pPr>
            <a:r>
              <a:rPr sz="2000" spc="-15" dirty="0" err="1">
                <a:latin typeface="宋体"/>
                <a:cs typeface="宋体"/>
              </a:rPr>
              <a:t>高斯噪声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5455" y="4615732"/>
            <a:ext cx="1042974" cy="33052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5" dirty="0">
                <a:latin typeface="宋体"/>
                <a:cs typeface="宋体"/>
              </a:rPr>
              <a:t>椒盐噪声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27FB31B-9755-4980-B077-17044A194721}"/>
              </a:ext>
            </a:extLst>
          </p:cNvPr>
          <p:cNvSpPr txBox="1"/>
          <p:nvPr/>
        </p:nvSpPr>
        <p:spPr>
          <a:xfrm>
            <a:off x="3650494" y="6527471"/>
            <a:ext cx="1042974" cy="33052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zh-CN" altLang="en-US" sz="2000" spc="-15" dirty="0">
                <a:latin typeface="宋体"/>
                <a:cs typeface="宋体"/>
              </a:rPr>
              <a:t>原图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B4FCC51B-B837-41E7-B77A-91E8217DD1FF}"/>
              </a:ext>
            </a:extLst>
          </p:cNvPr>
          <p:cNvSpPr txBox="1"/>
          <p:nvPr/>
        </p:nvSpPr>
        <p:spPr>
          <a:xfrm>
            <a:off x="5718730" y="6527471"/>
            <a:ext cx="1042974" cy="32058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zh-CN" altLang="en-US" sz="2000" spc="-15" dirty="0">
                <a:latin typeface="宋体"/>
                <a:cs typeface="宋体"/>
              </a:rPr>
              <a:t>噪声图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4161D53-EF91-43E9-9B9D-1ABE4369C5B7}"/>
              </a:ext>
            </a:extLst>
          </p:cNvPr>
          <p:cNvSpPr txBox="1"/>
          <p:nvPr/>
        </p:nvSpPr>
        <p:spPr>
          <a:xfrm>
            <a:off x="7786966" y="6521253"/>
            <a:ext cx="1828347" cy="32058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zh-CN" altLang="en-US" sz="2000" spc="-15" dirty="0">
                <a:latin typeface="宋体"/>
                <a:cs typeface="宋体"/>
              </a:rPr>
              <a:t>滤波后的结果</a:t>
            </a:r>
            <a:endParaRPr sz="2000" dirty="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DF5D92F8-E366-9B43-CB79-83A782AD3B4C}"/>
                  </a:ext>
                </a:extLst>
              </p14:cNvPr>
              <p14:cNvContentPartPr/>
              <p14:nvPr/>
            </p14:nvContentPartPr>
            <p14:xfrm>
              <a:off x="5594400" y="4540320"/>
              <a:ext cx="6286680" cy="113688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DF5D92F8-E366-9B43-CB79-83A782AD3B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85040" y="4530960"/>
                <a:ext cx="6305400" cy="115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064" y="805849"/>
            <a:ext cx="10505872" cy="442213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23340" algn="l"/>
              </a:tabLst>
            </a:pPr>
            <a:r>
              <a:rPr spc="365" dirty="0">
                <a:latin typeface="宋体" panose="02010600030101010101" pitchFamily="2" charset="-122"/>
                <a:ea typeface="宋体" panose="02010600030101010101" pitchFamily="2" charset="-122"/>
              </a:rPr>
              <a:t>4.4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spc="-40" dirty="0" err="1">
                <a:latin typeface="宋体" panose="02010600030101010101" pitchFamily="2" charset="-122"/>
                <a:ea typeface="宋体" panose="02010600030101010101" pitchFamily="2" charset="-122"/>
              </a:rPr>
              <a:t>高斯</a:t>
            </a:r>
            <a:r>
              <a:rPr lang="zh-CN" altLang="en-US" spc="-40" dirty="0">
                <a:latin typeface="宋体" panose="02010600030101010101" pitchFamily="2" charset="-122"/>
                <a:ea typeface="宋体" panose="02010600030101010101" pitchFamily="2" charset="-122"/>
              </a:rPr>
              <a:t>滤波</a:t>
            </a:r>
            <a:endParaRPr spc="-4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7585" y="190055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0" b="1">
                <a:latin typeface="宋体" charset="0"/>
                <a:ea typeface="宋体" charset="0"/>
                <a:sym typeface="+mn-ea"/>
              </a:rPr>
              <a:t>均值滤波</a:t>
            </a:r>
          </a:p>
          <a:p>
            <a:endParaRPr lang="en-US" altLang="zh-CN" sz="2000">
              <a:latin typeface="宋体" charset="0"/>
              <a:ea typeface="宋体" charset="0"/>
            </a:endParaRPr>
          </a:p>
          <a:p>
            <a:r>
              <a:rPr sz="2000">
                <a:latin typeface="宋体" charset="0"/>
                <a:ea typeface="宋体" charset="0"/>
                <a:sym typeface="+mn-ea"/>
              </a:rPr>
              <a:t>其邻域内每个像素的权重是相等的</a:t>
            </a:r>
            <a:endParaRPr lang="en-US" altLang="zh-CN" sz="2000">
              <a:latin typeface="宋体" charset="0"/>
              <a:ea typeface="宋体" charset="0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5964555" y="1900555"/>
            <a:ext cx="406400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000" b="1">
                <a:latin typeface="宋体" charset="0"/>
                <a:ea typeface="宋体" charset="0"/>
                <a:sym typeface="+mn-ea"/>
              </a:rPr>
              <a:t>高斯</a:t>
            </a:r>
            <a:r>
              <a:rPr sz="2000" b="1">
                <a:latin typeface="宋体" charset="0"/>
                <a:ea typeface="宋体" charset="0"/>
                <a:sym typeface="+mn-ea"/>
              </a:rPr>
              <a:t>滤波</a:t>
            </a:r>
          </a:p>
          <a:p>
            <a:endParaRPr lang="en-US" altLang="zh-CN" sz="2000">
              <a:latin typeface="宋体" charset="0"/>
              <a:ea typeface="宋体" charset="0"/>
            </a:endParaRPr>
          </a:p>
          <a:p>
            <a:r>
              <a:rPr sz="2000">
                <a:ea typeface="宋体" pitchFamily="2" charset="-122"/>
                <a:sym typeface="+mn-ea"/>
              </a:rPr>
              <a:t>将中心点的权重值加大，远离中心点的权重值减小，在此基础上计算邻域内各个像素值不同权重的和</a:t>
            </a:r>
            <a:endParaRPr lang="en-US" altLang="zh-CN" sz="2000">
              <a:latin typeface="宋体" charset="0"/>
              <a:ea typeface="宋体" charset="0"/>
              <a:sym typeface="+mn-ea"/>
            </a:endParaRPr>
          </a:p>
        </p:txBody>
      </p:sp>
      <p:pic>
        <p:nvPicPr>
          <p:cNvPr id="9" name="object 4"/>
          <p:cNvPicPr/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1435100" y="3917315"/>
            <a:ext cx="3007360" cy="1727835"/>
          </a:xfrm>
          <a:prstGeom prst="rect">
            <a:avLst/>
          </a:prstGeom>
        </p:spPr>
      </p:pic>
      <p:sp>
        <p:nvSpPr>
          <p:cNvPr id="10" name="object 6"/>
          <p:cNvSpPr txBox="1"/>
          <p:nvPr>
            <p:custDataLst>
              <p:tags r:id="rId3"/>
            </p:custDataLst>
          </p:nvPr>
        </p:nvSpPr>
        <p:spPr>
          <a:xfrm>
            <a:off x="2385443" y="5691870"/>
            <a:ext cx="1167319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宋体"/>
                <a:cs typeface="宋体"/>
              </a:rPr>
              <a:t>均值卷积核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6"/>
          <p:cNvSpPr txBox="1"/>
          <p:nvPr>
            <p:custDataLst>
              <p:tags r:id="rId4"/>
            </p:custDataLst>
          </p:nvPr>
        </p:nvSpPr>
        <p:spPr>
          <a:xfrm>
            <a:off x="7327648" y="5691235"/>
            <a:ext cx="1167319" cy="288925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sz="1800" spc="-10" dirty="0">
                <a:latin typeface="宋体"/>
                <a:cs typeface="宋体"/>
              </a:rPr>
              <a:t>高斯</a:t>
            </a:r>
            <a:r>
              <a:rPr sz="1800" spc="-10" dirty="0">
                <a:latin typeface="宋体"/>
                <a:cs typeface="宋体"/>
              </a:rPr>
              <a:t>卷积核</a:t>
            </a:r>
            <a:endParaRPr sz="1800">
              <a:latin typeface="宋体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/>
              <p:cNvGraphicFramePr/>
              <p:nvPr>
                <p:custDataLst>
                  <p:tags r:id="rId5"/>
                </p:custDataLst>
              </p:nvPr>
            </p:nvGraphicFramePr>
            <p:xfrm>
              <a:off x="6982460" y="3787775"/>
              <a:ext cx="1857525" cy="162496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91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9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19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191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altLang="zh-CN" sz="1800" i="1">
                            <a:latin typeface="DejaVu Math TeX Gyre" panose="02000503000000000000" charset="0"/>
                            <a:cs typeface="DejaVu Math TeX Gyre" panose="02000503000000000000" charset="0"/>
                          </a:endParaRPr>
                        </a:p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altLang="zh-CN" sz="1800" i="1">
                            <a:latin typeface="DejaVu Math TeX Gyre" panose="02000503000000000000" charset="0"/>
                            <a:cs typeface="DejaVu Math TeX Gyre" panose="02000503000000000000" charset="0"/>
                          </a:endParaRPr>
                        </a:p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altLang="zh-CN" sz="1800" i="1">
                            <a:latin typeface="DejaVu Math TeX Gyre" panose="02000503000000000000" charset="0"/>
                            <a:cs typeface="DejaVu Math TeX Gyre" panose="02000503000000000000" charset="0"/>
                          </a:endParaRPr>
                        </a:p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/>
              <p:cNvGraphicFramePr/>
              <p:nvPr>
                <p:custDataLst>
                  <p:tags r:id="rId9"/>
                </p:custDataLst>
              </p:nvPr>
            </p:nvGraphicFramePr>
            <p:xfrm>
              <a:off x="6982460" y="3787775"/>
              <a:ext cx="1857525" cy="185737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9125"/>
                    <a:gridCol w="619200"/>
                    <a:gridCol w="619200"/>
                  </a:tblGrid>
                  <a:tr h="6191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0"/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0"/>
                        </a:blip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0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6165215" y="4242435"/>
                <a:ext cx="907415" cy="6242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altLang="zh-CN" sz="18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215" y="4242435"/>
                <a:ext cx="907415" cy="62420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786130" y="6489700"/>
            <a:ext cx="8420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https://blog.csdn.net/a435262767/article/details/107115249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C1B05E9-B2A3-5AC2-B259-91EC0BCAFAE4}"/>
                  </a:ext>
                </a:extLst>
              </p14:cNvPr>
              <p14:cNvContentPartPr/>
              <p14:nvPr/>
            </p14:nvContentPartPr>
            <p14:xfrm>
              <a:off x="3498840" y="2882880"/>
              <a:ext cx="5626440" cy="26229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C1B05E9-B2A3-5AC2-B259-91EC0BCAFAE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89480" y="2873520"/>
                <a:ext cx="5645160" cy="264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064" y="805977"/>
            <a:ext cx="10505872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23340" algn="l"/>
              </a:tabLst>
            </a:pPr>
            <a:r>
              <a:rPr sz="2795" spc="365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4.4	</a:t>
            </a:r>
            <a:r>
              <a:rPr sz="2795" spc="365" dirty="0" err="1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高斯</a:t>
            </a:r>
            <a:r>
              <a:rPr lang="zh-CN" altLang="en-US" sz="2795" spc="365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滤波</a:t>
            </a:r>
            <a:endParaRPr sz="2795" spc="365" dirty="0">
              <a:latin typeface="宋体" panose="02010600030101010101" pitchFamily="2" charset="-122"/>
              <a:ea typeface="宋体" panose="02010600030101010101" pitchFamily="2" charset="-122"/>
              <a:cs typeface="PMingLiU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0253" y="1406873"/>
            <a:ext cx="9915234" cy="4764438"/>
            <a:chOff x="1255775" y="1408175"/>
            <a:chExt cx="9924415" cy="4768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652" y="1679447"/>
              <a:ext cx="4820411" cy="17053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5775" y="1408175"/>
              <a:ext cx="3360420" cy="3086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5775" y="5207508"/>
              <a:ext cx="3584448" cy="9692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090720" y="6606620"/>
            <a:ext cx="3833121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 panose="020B0604020202090204"/>
                <a:cs typeface="Arial" panose="020B0604020202090204"/>
              </a:rPr>
              <a:t>[1]https:/</a:t>
            </a:r>
            <a:r>
              <a:rPr sz="1200" spc="-10" dirty="0">
                <a:latin typeface="Arial" panose="020B0604020202090204"/>
                <a:cs typeface="Arial" panose="020B0604020202090204"/>
                <a:hlinkClick r:id="rId5"/>
              </a:rPr>
              <a:t>/www.cnblogs.com/kensporger/p/11628050.html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77998" y="3653962"/>
            <a:ext cx="1053125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高斯核</a:t>
            </a:r>
            <a:r>
              <a:rPr sz="1800" spc="-25" dirty="0">
                <a:latin typeface="宋体"/>
                <a:cs typeface="宋体"/>
              </a:rPr>
              <a:t>[1]</a:t>
            </a:r>
            <a:endParaRPr sz="18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F9FFE643-FB1B-10B4-2CDE-1F99898C74A6}"/>
                  </a:ext>
                </a:extLst>
              </p14:cNvPr>
              <p14:cNvContentPartPr/>
              <p14:nvPr/>
            </p14:nvContentPartPr>
            <p14:xfrm>
              <a:off x="1866960" y="1968480"/>
              <a:ext cx="8795160" cy="185472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F9FFE643-FB1B-10B4-2CDE-1F99898C74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57600" y="1959120"/>
                <a:ext cx="8813880" cy="187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064" y="805977"/>
            <a:ext cx="10505872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23340" algn="l"/>
              </a:tabLst>
            </a:pPr>
            <a:r>
              <a:rPr sz="2795" spc="365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4.4	</a:t>
            </a:r>
            <a:r>
              <a:rPr sz="2795" spc="365" dirty="0" err="1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高斯</a:t>
            </a:r>
            <a:r>
              <a:rPr lang="zh-CN" altLang="en-US" sz="2795" spc="365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滤波</a:t>
            </a:r>
            <a:endParaRPr sz="2795" spc="365" dirty="0">
              <a:latin typeface="宋体" panose="02010600030101010101" pitchFamily="2" charset="-122"/>
              <a:ea typeface="宋体" panose="02010600030101010101" pitchFamily="2" charset="-122"/>
              <a:cs typeface="PMingLiU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3888" y="1406873"/>
            <a:ext cx="10711422" cy="4764438"/>
            <a:chOff x="758951" y="1408175"/>
            <a:chExt cx="10721340" cy="4768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7407" y="1434083"/>
              <a:ext cx="3360420" cy="30876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951" y="1408175"/>
              <a:ext cx="3406140" cy="31394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35111" y="1464563"/>
              <a:ext cx="3345179" cy="30266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5775" y="5207508"/>
              <a:ext cx="3584448" cy="9692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997315" y="4739062"/>
            <a:ext cx="764467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𝜎</a:t>
            </a:r>
            <a:r>
              <a:rPr sz="1800" spc="1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0.5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91913" y="4739062"/>
            <a:ext cx="764467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𝜎</a:t>
            </a:r>
            <a:r>
              <a:rPr sz="1800" spc="1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0.8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22987" y="4725612"/>
            <a:ext cx="764467" cy="29944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𝜎</a:t>
            </a:r>
            <a:r>
              <a:rPr sz="1800" spc="1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1.2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7740" y="4673600"/>
            <a:ext cx="7651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宋体" charset="0"/>
                <a:ea typeface="宋体" charset="0"/>
              </a:rPr>
              <a:t>方差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26405" y="5591175"/>
            <a:ext cx="66655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宋体" charset="0"/>
                <a:ea typeface="宋体" charset="0"/>
                <a:cs typeface="宋体" charset="0"/>
              </a:rPr>
              <a:t>• σ 的选择应根据图像噪声程度和应用需求确定：</a:t>
            </a:r>
          </a:p>
          <a:p>
            <a:r>
              <a:rPr lang="en-US" altLang="zh-CN">
                <a:latin typeface="宋体" charset="0"/>
                <a:ea typeface="宋体" charset="0"/>
                <a:cs typeface="宋体" charset="0"/>
              </a:rPr>
              <a:t>   </a:t>
            </a:r>
            <a:r>
              <a:rPr lang="zh-CN" altLang="en-US">
                <a:latin typeface="宋体" charset="0"/>
                <a:ea typeface="宋体" charset="0"/>
                <a:cs typeface="宋体" charset="0"/>
              </a:rPr>
              <a:t>轻微噪声：σ = 1.0；</a:t>
            </a:r>
          </a:p>
          <a:p>
            <a:r>
              <a:rPr lang="en-US" altLang="zh-CN">
                <a:latin typeface="宋体" charset="0"/>
                <a:ea typeface="宋体" charset="0"/>
                <a:cs typeface="宋体" charset="0"/>
              </a:rPr>
              <a:t>   </a:t>
            </a:r>
            <a:r>
              <a:rPr lang="zh-CN" altLang="en-US">
                <a:latin typeface="宋体" charset="0"/>
                <a:ea typeface="宋体" charset="0"/>
                <a:cs typeface="宋体" charset="0"/>
              </a:rPr>
              <a:t>强噪声或需更平滑：σ = 3.0 或更高。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BB626A4E-EE15-FB76-D7AC-7C83B22B3DC9}"/>
                  </a:ext>
                </a:extLst>
              </p14:cNvPr>
              <p14:cNvContentPartPr/>
              <p14:nvPr/>
            </p14:nvContentPartPr>
            <p14:xfrm>
              <a:off x="1924200" y="2222640"/>
              <a:ext cx="8998200" cy="406440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BB626A4E-EE15-FB76-D7AC-7C83B22B3D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14840" y="2213280"/>
                <a:ext cx="9016920" cy="40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37E54DCE-3FE4-E235-A04B-F2D0BD2E6446}"/>
                  </a:ext>
                </a:extLst>
              </p14:cNvPr>
              <p14:cNvContentPartPr/>
              <p14:nvPr/>
            </p14:nvContentPartPr>
            <p14:xfrm>
              <a:off x="5956200" y="457200"/>
              <a:ext cx="4140720" cy="99720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37E54DCE-3FE4-E235-A04B-F2D0BD2E644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46840" y="447840"/>
                <a:ext cx="4159440" cy="101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064" y="805977"/>
            <a:ext cx="10505872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23340" algn="l"/>
              </a:tabLst>
            </a:pPr>
            <a:r>
              <a:rPr sz="2795" spc="365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4.4	</a:t>
            </a:r>
            <a:r>
              <a:rPr sz="2795" spc="365" dirty="0" err="1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高斯</a:t>
            </a:r>
            <a:r>
              <a:rPr lang="zh-CN" altLang="en-US" sz="2795" spc="365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滤波</a:t>
            </a:r>
            <a:endParaRPr sz="2795" spc="365" dirty="0">
              <a:latin typeface="宋体" panose="02010600030101010101" pitchFamily="2" charset="-122"/>
              <a:ea typeface="宋体" panose="02010600030101010101" pitchFamily="2" charset="-122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90720" y="6606620"/>
            <a:ext cx="3833121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 panose="020B0604020202090204"/>
                <a:cs typeface="Arial" panose="020B0604020202090204"/>
              </a:rPr>
              <a:t>[1]https:/</a:t>
            </a:r>
            <a:r>
              <a:rPr sz="1200" spc="-10" dirty="0">
                <a:latin typeface="Arial" panose="020B0604020202090204"/>
                <a:cs typeface="Arial" panose="020B0604020202090204"/>
                <a:hlinkClick r:id="rId2"/>
              </a:rPr>
              <a:t>/www.cnblogs.com/kensporger/p/11628050.html</a:t>
            </a:r>
            <a:endParaRPr sz="1200" dirty="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26459" y="1594151"/>
            <a:ext cx="6474180" cy="4648975"/>
            <a:chOff x="3023616" y="1595627"/>
            <a:chExt cx="6480175" cy="46532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3616" y="1595627"/>
              <a:ext cx="6480048" cy="21595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3616" y="4088891"/>
              <a:ext cx="6480048" cy="215950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25455" y="2341870"/>
            <a:ext cx="1042974" cy="330529"/>
          </a:xfrm>
          <a:prstGeom prst="rect">
            <a:avLst/>
          </a:prstGeom>
        </p:spPr>
        <p:txBody>
          <a:bodyPr vert="horz" wrap="square" lIns="0" tIns="13323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15" dirty="0">
                <a:latin typeface="宋体"/>
                <a:cs typeface="宋体"/>
              </a:rPr>
              <a:t>高斯噪声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5455" y="4615732"/>
            <a:ext cx="1042974" cy="33052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5" dirty="0">
                <a:latin typeface="宋体"/>
                <a:cs typeface="宋体"/>
              </a:rPr>
              <a:t>椒盐噪声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BBF00698-FC52-4419-80E4-AD0EAE518777}"/>
              </a:ext>
            </a:extLst>
          </p:cNvPr>
          <p:cNvSpPr txBox="1"/>
          <p:nvPr/>
        </p:nvSpPr>
        <p:spPr>
          <a:xfrm>
            <a:off x="3535693" y="6286032"/>
            <a:ext cx="1042974" cy="33052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zh-CN" altLang="en-US" sz="2000" spc="-15" dirty="0">
                <a:latin typeface="宋体"/>
                <a:cs typeface="宋体"/>
              </a:rPr>
              <a:t>原图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CD6B0484-B631-46E1-9D8D-4697A1169815}"/>
              </a:ext>
            </a:extLst>
          </p:cNvPr>
          <p:cNvSpPr txBox="1"/>
          <p:nvPr/>
        </p:nvSpPr>
        <p:spPr>
          <a:xfrm>
            <a:off x="5603929" y="6286032"/>
            <a:ext cx="1042974" cy="32058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zh-CN" altLang="en-US" sz="2000" spc="-15" dirty="0">
                <a:latin typeface="宋体"/>
                <a:cs typeface="宋体"/>
              </a:rPr>
              <a:t>噪声图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8FBB2B89-1DBC-470D-B5ED-3EF436CCB1C5}"/>
              </a:ext>
            </a:extLst>
          </p:cNvPr>
          <p:cNvSpPr txBox="1"/>
          <p:nvPr/>
        </p:nvSpPr>
        <p:spPr>
          <a:xfrm>
            <a:off x="7672165" y="6279814"/>
            <a:ext cx="1828347" cy="32058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zh-CN" altLang="en-US" sz="2000" spc="-15" dirty="0">
                <a:latin typeface="宋体"/>
                <a:cs typeface="宋体"/>
              </a:rPr>
              <a:t>滤波后的结果</a:t>
            </a:r>
            <a:endParaRPr sz="20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572" y="296650"/>
            <a:ext cx="761081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290" dirty="0">
                <a:latin typeface="PMingLiU"/>
                <a:cs typeface="PMingLiU"/>
              </a:rPr>
              <a:t>4.5</a:t>
            </a:r>
            <a:endParaRPr sz="2795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8" y="298477"/>
            <a:ext cx="2792564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12545" algn="l"/>
              </a:tabLst>
            </a:pPr>
            <a:r>
              <a:rPr sz="2795" spc="310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双边滤波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9" y="1501274"/>
            <a:ext cx="12179199" cy="27178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28449" y="4317305"/>
            <a:ext cx="634413" cy="39079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宋体"/>
                <a:cs typeface="宋体"/>
              </a:rPr>
              <a:t>原图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6899" y="4378157"/>
            <a:ext cx="1244717" cy="391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" dirty="0">
                <a:latin typeface="宋体"/>
                <a:cs typeface="宋体"/>
              </a:rPr>
              <a:t>高斯模糊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87535" y="4378157"/>
            <a:ext cx="1243449" cy="391433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宋体"/>
                <a:cs typeface="宋体"/>
              </a:rPr>
              <a:t>双边模糊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2020" y="5209540"/>
            <a:ext cx="10706735" cy="1145540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sz="2400" spc="-5" dirty="0">
                <a:solidFill>
                  <a:schemeClr val="tx1"/>
                </a:solidFill>
                <a:latin typeface="宋体"/>
                <a:cs typeface="宋体"/>
              </a:rPr>
              <a:t>高斯模糊后，瓶子的边缘也变得模糊。那什么方法可以让瓶子的边缘保持清晰？</a:t>
            </a:r>
            <a:endParaRPr sz="2400" spc="-5" dirty="0">
              <a:solidFill>
                <a:schemeClr val="tx1"/>
              </a:solidFill>
              <a:latin typeface="宋体"/>
              <a:cs typeface="宋体"/>
            </a:endParaRPr>
          </a:p>
          <a:p>
            <a:pPr marL="12700">
              <a:spcBef>
                <a:spcPts val="100"/>
              </a:spcBef>
            </a:pPr>
            <a:endParaRPr sz="2400" spc="-5" dirty="0">
              <a:solidFill>
                <a:srgbClr val="00B0F0"/>
              </a:solidFill>
              <a:latin typeface="宋体"/>
              <a:cs typeface="宋体"/>
            </a:endParaRPr>
          </a:p>
          <a:p>
            <a:pPr marL="12700">
              <a:spcBef>
                <a:spcPts val="100"/>
              </a:spcBef>
            </a:pPr>
            <a:r>
              <a:rPr lang="zh-CN" sz="2400" spc="-5" dirty="0">
                <a:solidFill>
                  <a:schemeClr val="tx1"/>
                </a:solidFill>
                <a:latin typeface="宋体"/>
                <a:cs typeface="宋体"/>
              </a:rPr>
              <a:t>双边滤波：</a:t>
            </a:r>
            <a:r>
              <a:rPr sz="2400" spc="-5" dirty="0">
                <a:solidFill>
                  <a:srgbClr val="00B0F0"/>
                </a:solidFill>
                <a:latin typeface="宋体"/>
                <a:cs typeface="宋体"/>
              </a:rPr>
              <a:t>保留边缘</a:t>
            </a:r>
            <a:r>
              <a:rPr sz="2400" spc="-5" dirty="0">
                <a:latin typeface="宋体"/>
                <a:cs typeface="宋体"/>
              </a:rPr>
              <a:t>等高频信息，平滑颜色</a:t>
            </a:r>
            <a:r>
              <a:rPr sz="2400" dirty="0">
                <a:latin typeface="宋体"/>
                <a:cs typeface="宋体"/>
              </a:rPr>
              <a:t>（灰度）</a:t>
            </a:r>
            <a:r>
              <a:rPr sz="2400" spc="-10" dirty="0">
                <a:latin typeface="宋体"/>
                <a:cs typeface="宋体"/>
              </a:rPr>
              <a:t>相近的地方。</a:t>
            </a:r>
            <a:endParaRPr sz="24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31DF8755-FCEB-0BA6-0969-DBB9D36ABDAE}"/>
                  </a:ext>
                </a:extLst>
              </p14:cNvPr>
              <p14:cNvContentPartPr/>
              <p14:nvPr/>
            </p14:nvContentPartPr>
            <p14:xfrm>
              <a:off x="2400480" y="1720800"/>
              <a:ext cx="7664760" cy="487080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31DF8755-FCEB-0BA6-0969-DBB9D36ABD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1120" y="1711440"/>
                <a:ext cx="7683480" cy="488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572" y="296650"/>
            <a:ext cx="914761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290" dirty="0">
                <a:latin typeface="PMingLiU"/>
                <a:cs typeface="PMingLiU"/>
              </a:rPr>
              <a:t>4.5</a:t>
            </a:r>
            <a:endParaRPr sz="2795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8" y="298477"/>
            <a:ext cx="2698560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12545" algn="l"/>
              </a:tabLst>
            </a:pPr>
            <a:r>
              <a:rPr sz="2795" spc="310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双边滤波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2035" y="973134"/>
            <a:ext cx="5173965" cy="112080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不断计算卷积核：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354330" indent="-342265">
              <a:buFont typeface="Arial" panose="020B0604020202090204"/>
              <a:buChar char="•"/>
              <a:tabLst>
                <a:tab pos="354330" algn="l"/>
              </a:tabLst>
            </a:pPr>
            <a:r>
              <a:rPr lang="en-US" altLang="zh-CN" sz="2400" spc="-1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1.</a:t>
            </a:r>
            <a:r>
              <a:rPr sz="2400" spc="-1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距离越远，加权值越小</a:t>
            </a:r>
            <a:r>
              <a:rPr lang="zh-CN" altLang="en-US" sz="2400" spc="-1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；</a:t>
            </a:r>
            <a:endParaRPr lang="en-US" altLang="zh-CN" sz="2400" spc="-15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354330" indent="-342265">
              <a:buFont typeface="Arial" panose="020B0604020202090204"/>
              <a:buChar char="•"/>
              <a:tabLst>
                <a:tab pos="354330" algn="l"/>
              </a:tabLst>
            </a:pPr>
            <a:r>
              <a:rPr lang="en-US" altLang="zh-CN" sz="2400" spc="-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2.</a:t>
            </a:r>
            <a:r>
              <a:rPr lang="zh-CN" altLang="en-US" sz="2400" spc="-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颜色差异越大，加权值越小。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5508" y="3372537"/>
            <a:ext cx="1842333" cy="195652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/>
          <a:srcRect r="34108"/>
          <a:stretch/>
        </p:blipFill>
        <p:spPr>
          <a:xfrm>
            <a:off x="4554855" y="2326640"/>
            <a:ext cx="4597085" cy="43205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725" y="166370"/>
            <a:ext cx="1734185" cy="1651635"/>
          </a:xfrm>
          <a:prstGeom prst="rect">
            <a:avLst/>
          </a:prstGeom>
        </p:spPr>
      </p:pic>
      <p:cxnSp>
        <p:nvCxnSpPr>
          <p:cNvPr id="9" name="直接箭头连接符 8"/>
          <p:cNvCxnSpPr>
            <a:endCxn id="8" idx="2"/>
          </p:cNvCxnSpPr>
          <p:nvPr/>
        </p:nvCxnSpPr>
        <p:spPr>
          <a:xfrm flipV="1">
            <a:off x="7668895" y="1818005"/>
            <a:ext cx="15240" cy="7327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743710" y="3403600"/>
            <a:ext cx="1337945" cy="1414145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234565" y="3937000"/>
            <a:ext cx="355600" cy="355600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08E192-C5EC-4E31-892C-06D12609EBF9}"/>
              </a:ext>
            </a:extLst>
          </p:cNvPr>
          <p:cNvSpPr txBox="1"/>
          <p:nvPr/>
        </p:nvSpPr>
        <p:spPr>
          <a:xfrm>
            <a:off x="6308522" y="34290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距离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4CE0D8-042A-4C40-BA8E-A882EA5F4320}"/>
              </a:ext>
            </a:extLst>
          </p:cNvPr>
          <p:cNvSpPr txBox="1"/>
          <p:nvPr/>
        </p:nvSpPr>
        <p:spPr>
          <a:xfrm>
            <a:off x="6308522" y="544375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颜色</a:t>
            </a:r>
            <a:endParaRPr lang="en-US" altLang="zh-CN" dirty="0"/>
          </a:p>
          <a:p>
            <a:r>
              <a:rPr lang="zh-CN" altLang="en-US" dirty="0"/>
              <a:t>差异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3A8CD870-C6A9-7880-9B3A-6D69D6518174}"/>
                  </a:ext>
                </a:extLst>
              </p14:cNvPr>
              <p14:cNvContentPartPr/>
              <p14:nvPr/>
            </p14:nvContentPartPr>
            <p14:xfrm>
              <a:off x="1581120" y="1663560"/>
              <a:ext cx="3899160" cy="54648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3A8CD870-C6A9-7880-9B3A-6D69D65181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71760" y="1654200"/>
                <a:ext cx="3917880" cy="56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572" y="296650"/>
            <a:ext cx="914761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290" dirty="0">
                <a:latin typeface="PMingLiU"/>
                <a:cs typeface="PMingLiU"/>
              </a:rPr>
              <a:t>4.5</a:t>
            </a:r>
            <a:endParaRPr sz="2795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8" y="298477"/>
            <a:ext cx="2698560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12545" algn="l"/>
              </a:tabLst>
            </a:pPr>
            <a:r>
              <a:rPr sz="2795" spc="310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双边滤波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5508" y="3372537"/>
            <a:ext cx="1842333" cy="195652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54855" y="2326640"/>
            <a:ext cx="6976745" cy="43205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725" y="166370"/>
            <a:ext cx="1734185" cy="1651635"/>
          </a:xfrm>
          <a:prstGeom prst="rect">
            <a:avLst/>
          </a:prstGeom>
        </p:spPr>
      </p:pic>
      <p:cxnSp>
        <p:nvCxnSpPr>
          <p:cNvPr id="9" name="直接箭头连接符 8"/>
          <p:cNvCxnSpPr>
            <a:endCxn id="8" idx="2"/>
          </p:cNvCxnSpPr>
          <p:nvPr/>
        </p:nvCxnSpPr>
        <p:spPr>
          <a:xfrm flipV="1">
            <a:off x="7668895" y="1818005"/>
            <a:ext cx="15240" cy="7327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171071" y="3445814"/>
            <a:ext cx="1337945" cy="1414145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662243" y="3975086"/>
            <a:ext cx="355600" cy="355600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4880" y="0"/>
            <a:ext cx="1696720" cy="1904365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 flipV="1">
            <a:off x="10633710" y="1904365"/>
            <a:ext cx="0" cy="572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bject 4">
            <a:extLst>
              <a:ext uri="{FF2B5EF4-FFF2-40B4-BE49-F238E27FC236}">
                <a16:creationId xmlns:a16="http://schemas.microsoft.com/office/drawing/2014/main" id="{8818EF25-D2EC-44F1-8AFB-69762B3395BA}"/>
              </a:ext>
            </a:extLst>
          </p:cNvPr>
          <p:cNvSpPr txBox="1"/>
          <p:nvPr/>
        </p:nvSpPr>
        <p:spPr>
          <a:xfrm>
            <a:off x="922035" y="973134"/>
            <a:ext cx="5173965" cy="1120808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不断计算卷积核：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354330" indent="-342265">
              <a:buFont typeface="Arial" panose="020B0604020202090204"/>
              <a:buChar char="•"/>
              <a:tabLst>
                <a:tab pos="354330" algn="l"/>
              </a:tabLst>
            </a:pPr>
            <a:r>
              <a:rPr lang="en-US" altLang="zh-CN" sz="2400" spc="-1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1.</a:t>
            </a:r>
            <a:r>
              <a:rPr sz="2400" spc="-1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距离越远，加权值越小</a:t>
            </a:r>
            <a:r>
              <a:rPr lang="zh-CN" altLang="en-US" sz="2400" spc="-1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；</a:t>
            </a:r>
            <a:endParaRPr lang="en-US" altLang="zh-CN" sz="2400" spc="-15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354330" indent="-342265">
              <a:buFont typeface="Arial" panose="020B0604020202090204"/>
              <a:buChar char="•"/>
              <a:tabLst>
                <a:tab pos="354330" algn="l"/>
              </a:tabLst>
            </a:pPr>
            <a:r>
              <a:rPr lang="en-US" altLang="zh-CN" sz="2400" spc="-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2.</a:t>
            </a:r>
            <a:r>
              <a:rPr lang="zh-CN" altLang="en-US" sz="2400" spc="-5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颜色差异越大，加权值越小。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A862B5-41F9-4742-88B0-4353D82D6598}"/>
              </a:ext>
            </a:extLst>
          </p:cNvPr>
          <p:cNvSpPr txBox="1"/>
          <p:nvPr/>
        </p:nvSpPr>
        <p:spPr>
          <a:xfrm>
            <a:off x="6308522" y="34290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距离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1FEA59F-7042-4337-9325-BE09D17774D4}"/>
              </a:ext>
            </a:extLst>
          </p:cNvPr>
          <p:cNvSpPr txBox="1"/>
          <p:nvPr/>
        </p:nvSpPr>
        <p:spPr>
          <a:xfrm>
            <a:off x="6308522" y="544375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颜色</a:t>
            </a:r>
            <a:endParaRPr lang="en-US" altLang="zh-CN" dirty="0"/>
          </a:p>
          <a:p>
            <a:r>
              <a:rPr lang="zh-CN" altLang="en-US" dirty="0"/>
              <a:t>差异</a:t>
            </a:r>
          </a:p>
        </p:txBody>
      </p:sp>
    </p:spTree>
    <p:extLst>
      <p:ext uri="{BB962C8B-B14F-4D97-AF65-F5344CB8AC3E}">
        <p14:creationId xmlns:p14="http://schemas.microsoft.com/office/powerpoint/2010/main" val="328069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572" y="296650"/>
            <a:ext cx="761081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290" dirty="0">
                <a:latin typeface="PMingLiU"/>
                <a:cs typeface="PMingLiU"/>
              </a:rPr>
              <a:t>4.5</a:t>
            </a:r>
            <a:endParaRPr sz="2795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6347" y="298477"/>
            <a:ext cx="3655690" cy="44196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12545" algn="l"/>
              </a:tabLst>
            </a:pPr>
            <a:r>
              <a:rPr sz="2795" spc="310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双边滤波[1]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28449" y="4127440"/>
            <a:ext cx="634413" cy="319405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5" dirty="0">
                <a:latin typeface="宋体"/>
                <a:cs typeface="宋体"/>
              </a:rPr>
              <a:t>原图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65047" y="4127534"/>
            <a:ext cx="2005378" cy="319405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卷积核</a:t>
            </a:r>
            <a:r>
              <a:rPr sz="2000" spc="-10" dirty="0">
                <a:latin typeface="宋体"/>
                <a:cs typeface="宋体"/>
              </a:rPr>
              <a:t>(23x23)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80316" y="4127440"/>
            <a:ext cx="2005378" cy="319405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双边模糊后</a:t>
            </a:r>
            <a:r>
              <a:rPr sz="2000" spc="-25" dirty="0">
                <a:latin typeface="宋体"/>
                <a:cs typeface="宋体"/>
              </a:rPr>
              <a:t>[1]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0921" y="806062"/>
            <a:ext cx="7333809" cy="319405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宋体"/>
                <a:cs typeface="宋体"/>
              </a:rPr>
              <a:t>保留边缘等高频信息，平滑颜色（灰度）</a:t>
            </a:r>
            <a:r>
              <a:rPr sz="2000" spc="-20" dirty="0">
                <a:latin typeface="宋体"/>
                <a:cs typeface="宋体"/>
              </a:rPr>
              <a:t>相近的地方。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26414" y="1183052"/>
            <a:ext cx="11843214" cy="2826308"/>
            <a:chOff x="220979" y="1184147"/>
            <a:chExt cx="11854180" cy="2828925"/>
          </a:xfrm>
        </p:grpSpPr>
        <p:pic>
          <p:nvPicPr>
            <p:cNvPr id="9" name="object 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0979" y="1184147"/>
              <a:ext cx="4191000" cy="2828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11979" y="1184147"/>
              <a:ext cx="3570731" cy="240944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82711" y="1184147"/>
              <a:ext cx="4091940" cy="276301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04895" y="6521964"/>
            <a:ext cx="6748247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 panose="020B0604020202090204"/>
                <a:cs typeface="Arial" panose="020B0604020202090204"/>
              </a:rPr>
              <a:t>[1]</a:t>
            </a:r>
            <a:r>
              <a:rPr sz="1200" spc="-10" dirty="0">
                <a:latin typeface="Arial" panose="020B0604020202090204"/>
                <a:cs typeface="Arial" panose="020B0604020202090204"/>
                <a:hlinkClick r:id="rId12"/>
              </a:rPr>
              <a:t>http://homepages.inf.ed.ac.uk/rbf/CVonline/LOCAL_COPIES/MANDUCHI1/Bilateral_Filtering.html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12190" y="364045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  <a:latin typeface="Calibri" charset="0"/>
                <a:ea typeface="Calibri" charset="0"/>
              </a:rPr>
              <a:t>①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853815" y="1345565"/>
            <a:ext cx="4330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  <a:latin typeface="Calibri" charset="0"/>
                <a:ea typeface="Calibri" charset="0"/>
                <a:sym typeface="+mn-ea"/>
              </a:rPr>
              <a:t>③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288030" y="2910205"/>
            <a:ext cx="4337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  <a:latin typeface="Calibri" charset="0"/>
                <a:ea typeface="Calibri" charset="0"/>
                <a:sym typeface="+mn-ea"/>
              </a:rPr>
              <a:t>②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2305050" y="4102100"/>
            <a:ext cx="1841500" cy="2418715"/>
            <a:chOff x="4186" y="6461"/>
            <a:chExt cx="2900" cy="3809"/>
          </a:xfrm>
        </p:grpSpPr>
        <p:pic>
          <p:nvPicPr>
            <p:cNvPr id="16" name="object 5"/>
            <p:cNvPicPr/>
            <p:nvPr>
              <p:custDataLst>
                <p:tags r:id="rId2"/>
              </p:custDataLst>
            </p:nvPr>
          </p:nvPicPr>
          <p:blipFill>
            <a:blip r:embed="rId13" cstate="print"/>
            <a:stretch>
              <a:fillRect/>
            </a:stretch>
          </p:blipFill>
          <p:spPr>
            <a:xfrm>
              <a:off x="4186" y="7190"/>
              <a:ext cx="2901" cy="3081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>
              <p:custDataLst>
                <p:tags r:id="rId3"/>
              </p:custDataLst>
            </p:nvPr>
          </p:nvSpPr>
          <p:spPr>
            <a:xfrm>
              <a:off x="4635" y="6461"/>
              <a:ext cx="64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>
                  <a:solidFill>
                    <a:srgbClr val="0070C0"/>
                  </a:solidFill>
                  <a:latin typeface="Calibri" charset="0"/>
                  <a:ea typeface="Calibri" charset="0"/>
                </a:rPr>
                <a:t>①</a:t>
              </a:r>
            </a:p>
          </p:txBody>
        </p:sp>
        <p:sp>
          <p:nvSpPr>
            <p:cNvPr id="18" name="文本框 17"/>
            <p:cNvSpPr txBox="1"/>
            <p:nvPr>
              <p:custDataLst>
                <p:tags r:id="rId4"/>
              </p:custDataLst>
            </p:nvPr>
          </p:nvSpPr>
          <p:spPr>
            <a:xfrm>
              <a:off x="5283" y="6461"/>
              <a:ext cx="683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>
                  <a:solidFill>
                    <a:srgbClr val="0070C0"/>
                  </a:solidFill>
                  <a:latin typeface="Calibri" charset="0"/>
                  <a:ea typeface="Calibri" charset="0"/>
                  <a:sym typeface="+mn-ea"/>
                </a:rPr>
                <a:t>②</a:t>
              </a:r>
            </a:p>
          </p:txBody>
        </p:sp>
        <p:sp>
          <p:nvSpPr>
            <p:cNvPr id="19" name="文本框 18"/>
            <p:cNvSpPr txBox="1"/>
            <p:nvPr>
              <p:custDataLst>
                <p:tags r:id="rId5"/>
              </p:custDataLst>
            </p:nvPr>
          </p:nvSpPr>
          <p:spPr>
            <a:xfrm>
              <a:off x="5971" y="6461"/>
              <a:ext cx="682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>
                  <a:solidFill>
                    <a:srgbClr val="0070C0"/>
                  </a:solidFill>
                  <a:latin typeface="Calibri" charset="0"/>
                  <a:ea typeface="Calibri" charset="0"/>
                  <a:sym typeface="+mn-ea"/>
                </a:rPr>
                <a:t>③</a:t>
              </a:r>
            </a:p>
          </p:txBody>
        </p:sp>
        <p:sp>
          <p:nvSpPr>
            <p:cNvPr id="20" name="左大括号 19"/>
            <p:cNvSpPr/>
            <p:nvPr/>
          </p:nvSpPr>
          <p:spPr>
            <a:xfrm rot="5400000">
              <a:off x="4843" y="6823"/>
              <a:ext cx="256" cy="63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" name="左大括号 20"/>
            <p:cNvSpPr/>
            <p:nvPr>
              <p:custDataLst>
                <p:tags r:id="rId6"/>
              </p:custDataLst>
            </p:nvPr>
          </p:nvSpPr>
          <p:spPr>
            <a:xfrm rot="5400000">
              <a:off x="5483" y="6833"/>
              <a:ext cx="256" cy="63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2" name="左大括号 21"/>
            <p:cNvSpPr/>
            <p:nvPr>
              <p:custDataLst>
                <p:tags r:id="rId7"/>
              </p:custDataLst>
            </p:nvPr>
          </p:nvSpPr>
          <p:spPr>
            <a:xfrm rot="5400000">
              <a:off x="6143" y="6823"/>
              <a:ext cx="256" cy="63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4" name="图片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264785" y="4457065"/>
            <a:ext cx="1696720" cy="19043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BCE3BDDC-129C-502D-D12F-D2D832E09B38}"/>
                  </a:ext>
                </a:extLst>
              </p14:cNvPr>
              <p14:cNvContentPartPr/>
              <p14:nvPr/>
            </p14:nvContentPartPr>
            <p14:xfrm>
              <a:off x="539640" y="266760"/>
              <a:ext cx="6407640" cy="365796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BCE3BDDC-129C-502D-D12F-D2D832E09B3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0280" y="257400"/>
                <a:ext cx="6426360" cy="3676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351" y="296650"/>
            <a:ext cx="1028231" cy="451702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80" dirty="0">
                <a:latin typeface="宋体" panose="02010600030101010101" pitchFamily="2" charset="-122"/>
                <a:ea typeface="宋体" panose="02010600030101010101" pitchFamily="2" charset="-122"/>
              </a:rPr>
              <a:t>4.6</a:t>
            </a:r>
            <a:r>
              <a:rPr spc="180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56348" y="293606"/>
            <a:ext cx="2863738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-40" dirty="0">
                <a:latin typeface="PMingLiU"/>
                <a:cs typeface="PMingLiU"/>
              </a:rPr>
              <a:t>双边滤波算法解析</a:t>
            </a:r>
            <a:endParaRPr sz="2795" dirty="0">
              <a:latin typeface="PMingLiU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3721" y="6606620"/>
            <a:ext cx="6748247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 panose="020B0604020202090204"/>
                <a:cs typeface="Arial" panose="020B0604020202090204"/>
              </a:rPr>
              <a:t>[1]</a:t>
            </a:r>
            <a:r>
              <a:rPr sz="1200" spc="-10" dirty="0">
                <a:latin typeface="Arial" panose="020B0604020202090204"/>
                <a:cs typeface="Arial" panose="020B0604020202090204"/>
                <a:hlinkClick r:id="rId2"/>
              </a:rPr>
              <a:t>http://homepages.inf.ed.ac.uk/rbf/CVonline/LOCAL_COPIES/MANDUCHI1/Bilateral_Filtering.html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253" y="835900"/>
            <a:ext cx="10866853" cy="5930489"/>
            <a:chOff x="7620" y="836674"/>
            <a:chExt cx="10876915" cy="59359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0560" y="926591"/>
              <a:ext cx="2670047" cy="24521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3920" y="3805427"/>
              <a:ext cx="1845564" cy="19583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0" y="836674"/>
              <a:ext cx="4472940" cy="59359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5260" y="926591"/>
              <a:ext cx="3089148" cy="2069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351" y="296650"/>
            <a:ext cx="1124025" cy="451702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80" dirty="0">
                <a:latin typeface="宋体" panose="02010600030101010101" pitchFamily="2" charset="-122"/>
                <a:ea typeface="宋体" panose="02010600030101010101" pitchFamily="2" charset="-122"/>
              </a:rPr>
              <a:t>4.6</a:t>
            </a:r>
            <a:r>
              <a:rPr spc="180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56348" y="293606"/>
            <a:ext cx="2863738" cy="451702"/>
          </a:xfrm>
          <a:prstGeom prst="rect">
            <a:avLst/>
          </a:prstGeom>
        </p:spPr>
        <p:txBody>
          <a:bodyPr vert="horz" wrap="square" lIns="0" tIns="1205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95" spc="-40" dirty="0">
                <a:latin typeface="PMingLiU"/>
                <a:cs typeface="PMingLiU"/>
              </a:rPr>
              <a:t>双边滤波算法解析</a:t>
            </a:r>
            <a:endParaRPr sz="2795">
              <a:latin typeface="PMingLiU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3721" y="6606620"/>
            <a:ext cx="6748247" cy="197179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10" dirty="0">
                <a:latin typeface="Arial" panose="020B0604020202090204"/>
                <a:cs typeface="Arial" panose="020B0604020202090204"/>
              </a:rPr>
              <a:t>[1]</a:t>
            </a:r>
            <a:r>
              <a:rPr sz="1200" spc="-10" dirty="0">
                <a:latin typeface="Arial" panose="020B0604020202090204"/>
                <a:cs typeface="Arial" panose="020B0604020202090204"/>
                <a:hlinkClick r:id="rId2"/>
              </a:rPr>
              <a:t>http://homepages.inf.ed.ac.uk/rbf/CVonline/LOCAL_COPIES/MANDUCHI1/Bilateral_Filtering.html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253" y="835900"/>
            <a:ext cx="10866853" cy="5930489"/>
            <a:chOff x="7620" y="836674"/>
            <a:chExt cx="10876915" cy="59359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0560" y="926591"/>
              <a:ext cx="2670047" cy="24521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3920" y="3805427"/>
              <a:ext cx="1845564" cy="19583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20" y="836674"/>
              <a:ext cx="4472940" cy="59359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5260" y="926591"/>
              <a:ext cx="3089148" cy="2069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2035" y="270612"/>
            <a:ext cx="2804104" cy="689280"/>
          </a:xfrm>
          <a:prstGeom prst="rect">
            <a:avLst/>
          </a:prstGeom>
        </p:spPr>
        <p:txBody>
          <a:bodyPr vert="horz" wrap="square" lIns="0" tIns="12054" rIns="0" bIns="0" rtlCol="0" anchor="ctr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312545" algn="l"/>
              </a:tabLst>
            </a:pPr>
            <a:r>
              <a:rPr lang="zh-CN" altLang="en-US" spc="310" dirty="0">
                <a:latin typeface="宋体" panose="02010600030101010101" pitchFamily="2" charset="-122"/>
                <a:ea typeface="宋体" panose="02010600030101010101" pitchFamily="2" charset="-122"/>
                <a:cs typeface="PMingLiU"/>
              </a:rPr>
              <a:t>总结</a:t>
            </a:r>
            <a:endParaRPr spc="310" dirty="0">
              <a:latin typeface="宋体" panose="02010600030101010101" pitchFamily="2" charset="-122"/>
              <a:ea typeface="宋体" panose="02010600030101010101" pitchFamily="2" charset="-122"/>
              <a:cs typeface="PMingLiU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2995" y="1345102"/>
            <a:ext cx="7682034" cy="4167796"/>
          </a:xfrm>
          <a:prstGeom prst="rect">
            <a:avLst/>
          </a:prstGeom>
        </p:spPr>
        <p:txBody>
          <a:bodyPr vert="horz" wrap="square" lIns="0" tIns="12688" rIns="0" bIns="0" rtlCol="0">
            <a:sp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高斯滤波（</a:t>
            </a:r>
            <a:r>
              <a:rPr lang="en-US" altLang="zh-CN" b="1" dirty="0"/>
              <a:t>Gaussian Filter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zh-CN" altLang="en-US" dirty="0"/>
              <a:t>特点： 基于线性平滑，使用高斯核进行加权平均。</a:t>
            </a:r>
          </a:p>
          <a:p>
            <a:r>
              <a:rPr lang="zh-CN" altLang="en-US" dirty="0"/>
              <a:t>优点： 良好的噪声去除效果。</a:t>
            </a:r>
          </a:p>
          <a:p>
            <a:r>
              <a:rPr lang="zh-CN" altLang="en-US" dirty="0"/>
              <a:t>缺点： 可能模糊图像细节。</a:t>
            </a:r>
          </a:p>
          <a:p>
            <a:r>
              <a:rPr lang="zh-CN" altLang="en-US" dirty="0"/>
              <a:t>应用场景： 图像去噪、平滑处理。</a:t>
            </a:r>
          </a:p>
          <a:p>
            <a:r>
              <a:rPr lang="en-US" altLang="zh-CN" b="1" dirty="0"/>
              <a:t>2. </a:t>
            </a:r>
            <a:r>
              <a:rPr lang="zh-CN" altLang="en-US" b="1" dirty="0"/>
              <a:t>中值滤波（</a:t>
            </a:r>
            <a:r>
              <a:rPr lang="en-US" altLang="zh-CN" b="1" dirty="0"/>
              <a:t>Median Filter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zh-CN" altLang="en-US" dirty="0"/>
              <a:t>特点： 非线性滤波，使用邻域内像素的中值替代当前像素。</a:t>
            </a:r>
          </a:p>
          <a:p>
            <a:r>
              <a:rPr lang="zh-CN" altLang="en-US" dirty="0"/>
              <a:t>优点： 有效去除脉冲噪声，保持图像边缘。</a:t>
            </a:r>
          </a:p>
          <a:p>
            <a:r>
              <a:rPr lang="zh-CN" altLang="en-US" dirty="0"/>
              <a:t>缺点： 对高斯噪声去除效果较差。</a:t>
            </a:r>
          </a:p>
          <a:p>
            <a:r>
              <a:rPr lang="zh-CN" altLang="en-US" dirty="0"/>
              <a:t>应用场景： 椒盐噪声去除。</a:t>
            </a:r>
          </a:p>
          <a:p>
            <a:r>
              <a:rPr lang="en-US" altLang="zh-CN" b="1" dirty="0"/>
              <a:t>3. </a:t>
            </a:r>
            <a:r>
              <a:rPr lang="zh-CN" altLang="en-US" b="1" dirty="0"/>
              <a:t>双边滤波（</a:t>
            </a:r>
            <a:r>
              <a:rPr lang="en-US" altLang="zh-CN" b="1" dirty="0"/>
              <a:t>Bilateral Filter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zh-CN" altLang="en-US" dirty="0"/>
              <a:t>特点： 考虑空间域和像素值域的信息，保持边缘和细节。</a:t>
            </a:r>
          </a:p>
          <a:p>
            <a:r>
              <a:rPr lang="zh-CN" altLang="en-US" dirty="0"/>
              <a:t>优点： 去噪的同时保留图像细节。</a:t>
            </a:r>
          </a:p>
          <a:p>
            <a:r>
              <a:rPr lang="zh-CN" altLang="en-US" dirty="0"/>
              <a:t>缺点： 计算复杂度较高。</a:t>
            </a:r>
          </a:p>
          <a:p>
            <a:r>
              <a:rPr lang="zh-CN" altLang="en-US" dirty="0"/>
              <a:t>应用场景： 图像增强、去雾处理。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29602B2-553E-AF3C-51FE-3D633B19567B}"/>
                  </a:ext>
                </a:extLst>
              </p14:cNvPr>
              <p14:cNvContentPartPr/>
              <p14:nvPr/>
            </p14:nvContentPartPr>
            <p14:xfrm>
              <a:off x="1270080" y="2882880"/>
              <a:ext cx="4692960" cy="19306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29602B2-553E-AF3C-51FE-3D633B1956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0720" y="2873520"/>
                <a:ext cx="4711680" cy="194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78"/>
  <p:tag name="TABLE_ENDDRAG_RECT" val="144*180*336*178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78"/>
  <p:tag name="TABLE_ENDDRAG_RECT" val="144*180*336*178"/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19*83"/>
  <p:tag name="TABLE_ENDDRAG_RECT" val="144*225*219*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19*83"/>
  <p:tag name="TABLE_ENDDRAG_RECT" val="144*225*219*83"/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TABLE_ENDDRAG_ORIGIN_RECT" val="219*83"/>
  <p:tag name="TABLE_ENDDRAG_RECT" val="144*225*219*83"/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744</Words>
  <Application>Microsoft Office PowerPoint</Application>
  <PresentationFormat>宽屏</PresentationFormat>
  <Paragraphs>211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DejaVu Math TeX Gyre</vt:lpstr>
      <vt:lpstr>PMingLiU</vt:lpstr>
      <vt:lpstr>等线</vt:lpstr>
      <vt:lpstr>等线 Light</vt:lpstr>
      <vt:lpstr>宋体</vt:lpstr>
      <vt:lpstr>Arial</vt:lpstr>
      <vt:lpstr>Calibri</vt:lpstr>
      <vt:lpstr>Cambria Math</vt:lpstr>
      <vt:lpstr>Office 主题​​</vt:lpstr>
      <vt:lpstr>第5章 图像滤波</vt:lpstr>
      <vt:lpstr>什么叫滤波</vt:lpstr>
      <vt:lpstr>PowerPoint 演示文稿</vt:lpstr>
      <vt:lpstr>PowerPoint 演示文稿</vt:lpstr>
      <vt:lpstr>PowerPoint 演示文稿</vt:lpstr>
      <vt:lpstr>4.2 均值滤波</vt:lpstr>
      <vt:lpstr>4.2 均值滤波</vt:lpstr>
      <vt:lpstr>PowerPoint 演示文稿</vt:lpstr>
      <vt:lpstr>4.3 中值滤波</vt:lpstr>
      <vt:lpstr>4.4 高斯滤波</vt:lpstr>
      <vt:lpstr>4.4 高斯滤波</vt:lpstr>
      <vt:lpstr>4.4 高斯滤波</vt:lpstr>
      <vt:lpstr>4.4 高斯滤波</vt:lpstr>
      <vt:lpstr>双边滤波</vt:lpstr>
      <vt:lpstr>双边滤波</vt:lpstr>
      <vt:lpstr>双边滤波</vt:lpstr>
      <vt:lpstr>双边滤波[1]</vt:lpstr>
      <vt:lpstr>4.6*</vt:lpstr>
      <vt:lpstr>4.6*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图像模糊</dc:title>
  <dc:creator>a1198</dc:creator>
  <cp:lastModifiedBy>admin</cp:lastModifiedBy>
  <cp:revision>28</cp:revision>
  <dcterms:created xsi:type="dcterms:W3CDTF">2025-10-27T08:24:14Z</dcterms:created>
  <dcterms:modified xsi:type="dcterms:W3CDTF">2025-10-31T09:52:27Z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93EC80532718DA2B51D8FE6885CB121D_42</vt:lpwstr>
  </property>
  <property fmtid="{D5CDD505-2E9C-101B-9397-08002B2CF9AE}" pid="3" name="KSOProductBuildVer">
    <vt:lpwstr>2052-6.7.1.8828</vt:lpwstr>
  </property>
</Properties>
</file>